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4"/>
  </p:sldMasterIdLst>
  <p:notesMasterIdLst>
    <p:notesMasterId r:id="rId20"/>
  </p:notesMasterIdLst>
  <p:sldIdLst>
    <p:sldId id="2147481411" r:id="rId5"/>
    <p:sldId id="2147481410" r:id="rId6"/>
    <p:sldId id="2147481415" r:id="rId7"/>
    <p:sldId id="2147481416" r:id="rId8"/>
    <p:sldId id="2147481417" r:id="rId9"/>
    <p:sldId id="2147481418" r:id="rId10"/>
    <p:sldId id="2147481419" r:id="rId11"/>
    <p:sldId id="2147481420" r:id="rId12"/>
    <p:sldId id="2147481421" r:id="rId13"/>
    <p:sldId id="2147481422" r:id="rId14"/>
    <p:sldId id="2147481424" r:id="rId15"/>
    <p:sldId id="2147481425" r:id="rId16"/>
    <p:sldId id="2147481426" r:id="rId17"/>
    <p:sldId id="2147481427" r:id="rId18"/>
    <p:sldId id="2147481428" r:id="rId1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20A23A-13F0-4FBD-9939-B9828733F2C8}" v="455" dt="2026-03-13T17:12:33.0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30" autoAdjust="0"/>
    <p:restoredTop sz="92802" autoAdjust="0"/>
  </p:normalViewPr>
  <p:slideViewPr>
    <p:cSldViewPr snapToGrid="0">
      <p:cViewPr varScale="1">
        <p:scale>
          <a:sx n="103" d="100"/>
          <a:sy n="103" d="100"/>
        </p:scale>
        <p:origin x="90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53B195-901A-4432-911D-2ABEF0348620}" type="datetimeFigureOut">
              <a:rPr lang="pt-BR" smtClean="0"/>
              <a:t>02/04/2026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554E-A3A6-434A-A3F2-819680561E4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55933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image" Target="../media/image3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image" Target="../media/image5.w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w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image" Target="../media/image6.w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w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w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w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w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w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w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_Cover_Full Image, Full Innovation Curv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mart Navy SemiTrans Overlay">
            <a:extLst>
              <a:ext uri="{FF2B5EF4-FFF2-40B4-BE49-F238E27FC236}">
                <a16:creationId xmlns:a16="http://schemas.microsoft.com/office/drawing/2014/main" id="{39BA9756-44A4-AC93-1405-84B020B6F4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>
                <a:noFill/>
              </a:defRPr>
            </a:lvl2pPr>
            <a:lvl3pPr marL="216000" indent="0">
              <a:buFont typeface="Arial" panose="020B0604020202020204" pitchFamily="34" charset="0"/>
              <a:buNone/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2"/>
            <a:r>
              <a:rPr lang="en-US" noProof="0" dirty="0"/>
              <a:t> 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5E9A5FE8-62E3-0D2E-834A-D1F1B8269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3" name="Innovation Curve">
            <a:extLst>
              <a:ext uri="{FF2B5EF4-FFF2-40B4-BE49-F238E27FC236}">
                <a16:creationId xmlns:a16="http://schemas.microsoft.com/office/drawing/2014/main" id="{18332D96-F8AA-AD1E-863A-6EA58DA26D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65655" y="0"/>
            <a:ext cx="6835842" cy="6858000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sz="200"/>
            </a:lvl1pPr>
          </a:lstStyle>
          <a:p>
            <a:pPr lvl="0"/>
            <a:r>
              <a:rPr lang="de-DE"/>
              <a:t>.</a:t>
            </a:r>
          </a:p>
        </p:txBody>
      </p:sp>
      <p:sp>
        <p:nvSpPr>
          <p:cNvPr id="7" name="Cover Photo Placeholder">
            <a:extLst>
              <a:ext uri="{FF2B5EF4-FFF2-40B4-BE49-F238E27FC236}">
                <a16:creationId xmlns:a16="http://schemas.microsoft.com/office/drawing/2014/main" id="{47AACDBA-727E-B7AC-B9F8-A809F3406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rgbClr val="FF7A00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Click to add image. Then Reorder: Send to back</a:t>
            </a:r>
          </a:p>
        </p:txBody>
      </p:sp>
      <p:sp>
        <p:nvSpPr>
          <p:cNvPr id="2" name="Info box">
            <a:extLst>
              <a:ext uri="{FF2B5EF4-FFF2-40B4-BE49-F238E27FC236}">
                <a16:creationId xmlns:a16="http://schemas.microsoft.com/office/drawing/2014/main" id="{CDC6CD3E-31EA-EA2F-BE3B-37D4E6526A1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0101235" y="333376"/>
            <a:ext cx="1884045" cy="395869"/>
          </a:xfrm>
          <a:prstGeom prst="rect">
            <a:avLst/>
          </a:prstGeom>
          <a:ln>
            <a:noFill/>
          </a:ln>
        </p:spPr>
        <p:txBody>
          <a:bodyPr wrap="square" lIns="36000" tIns="36000" rIns="36000" bIns="3600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chemeClr val="accent6">
                    <a:lumMod val="40000"/>
                    <a:lumOff val="60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Information Type:</a:t>
            </a:r>
            <a:br>
              <a:rPr lang="en-US" noProof="0" dirty="0"/>
            </a:br>
            <a:r>
              <a:rPr lang="en-US" noProof="0" dirty="0"/>
              <a:t>Company:  </a:t>
            </a:r>
            <a:br>
              <a:rPr lang="en-US" noProof="0" dirty="0"/>
            </a:br>
            <a:r>
              <a:rPr lang="en-US" noProof="0" dirty="0"/>
              <a:t>Information Owner: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BBD22-02FF-5EAB-ABA3-3C0BB396027D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898505" y="6563358"/>
            <a:ext cx="92202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6566C0A6-4FFE-882A-7F2D-B9B9A23AB5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80048" y="2438400"/>
            <a:ext cx="4793932" cy="1371600"/>
          </a:xfrm>
        </p:spPr>
        <p:txBody>
          <a:bodyPr vert="horz" lIns="0" tIns="45720" rIns="0" bIns="45720" rtlCol="0" anchor="b">
            <a:noAutofit/>
          </a:bodyPr>
          <a:lstStyle>
            <a:lvl1pPr>
              <a:defRPr lang="en-GB" sz="4400" b="0" i="0" dirty="0">
                <a:solidFill>
                  <a:srgbClr val="F8F8F8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edit Master title Style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4FACCEEE-5469-CC54-C90B-C9C1BF3F2B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80048" y="3810000"/>
            <a:ext cx="4793932" cy="353943"/>
          </a:xfrm>
          <a:prstGeom prst="rect">
            <a:avLst/>
          </a:prstGeom>
        </p:spPr>
        <p:txBody>
          <a:bodyPr wrap="square" lIns="0" tIns="45720" rIns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GB" sz="2000" b="0" i="0" dirty="0">
                <a:solidFill>
                  <a:srgbClr val="F8F8F8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</a:pPr>
            <a:r>
              <a:rPr lang="en-US" noProof="0" dirty="0"/>
              <a:t>Click to edit Master subtitle style</a:t>
            </a:r>
          </a:p>
        </p:txBody>
      </p:sp>
      <p:sp>
        <p:nvSpPr>
          <p:cNvPr id="13" name="NTT DATA Global Logo" descr="NTT DATA Global Logo">
            <a:extLst>
              <a:ext uri="{FF2B5EF4-FFF2-40B4-BE49-F238E27FC236}">
                <a16:creationId xmlns:a16="http://schemas.microsoft.com/office/drawing/2014/main" id="{A6808F4F-EA69-F71A-723C-E607F818792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71475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 sz="200">
                <a:solidFill>
                  <a:schemeClr val="accent2"/>
                </a:solidFill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20064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_Cover_Full Image, Partial Innovation Curv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mart Navy SemiTrans Overlay">
            <a:extLst>
              <a:ext uri="{FF2B5EF4-FFF2-40B4-BE49-F238E27FC236}">
                <a16:creationId xmlns:a16="http://schemas.microsoft.com/office/drawing/2014/main" id="{39BA9756-44A4-AC93-1405-84B020B6F4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>
                <a:noFill/>
              </a:defRPr>
            </a:lvl2pPr>
            <a:lvl3pPr marL="216000" indent="0">
              <a:buFont typeface="Arial" panose="020B0604020202020204" pitchFamily="34" charset="0"/>
              <a:buNone/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2"/>
            <a:r>
              <a:rPr lang="en-US" dirty="0"/>
              <a:t> </a:t>
            </a:r>
          </a:p>
        </p:txBody>
      </p:sp>
      <p:sp>
        <p:nvSpPr>
          <p:cNvPr id="7" name="Cover Photo Placeholder">
            <a:extLst>
              <a:ext uri="{FF2B5EF4-FFF2-40B4-BE49-F238E27FC236}">
                <a16:creationId xmlns:a16="http://schemas.microsoft.com/office/drawing/2014/main" id="{47AACDBA-727E-B7AC-B9F8-A809F3406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rgbClr val="FF7A00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EB69904B-F3B0-9924-1277-D5E10CC8F9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8" name="Innovation Curve">
            <a:extLst>
              <a:ext uri="{FF2B5EF4-FFF2-40B4-BE49-F238E27FC236}">
                <a16:creationId xmlns:a16="http://schemas.microsoft.com/office/drawing/2014/main" id="{F707DE12-3594-93EB-F056-2B2C43B2478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637463" y="3175"/>
            <a:ext cx="4554537" cy="6856413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sz="200"/>
            </a:lvl1pPr>
          </a:lstStyle>
          <a:p>
            <a:pPr lvl="0"/>
            <a:r>
              <a:rPr lang="de-DE"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612179AF-A82A-2C38-AA6E-ADD8AE770B11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898505" y="6563358"/>
            <a:ext cx="92202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9C858A80-3045-093E-B563-A7492ACE92A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80048" y="2438400"/>
            <a:ext cx="6797992" cy="1371600"/>
          </a:xfrm>
        </p:spPr>
        <p:txBody>
          <a:bodyPr vert="horz" lIns="0" tIns="45720" rIns="0" bIns="45720" rtlCol="0" anchor="b">
            <a:noAutofit/>
          </a:bodyPr>
          <a:lstStyle>
            <a:lvl1pPr>
              <a:defRPr lang="en-GB" sz="4400" b="0" i="0" dirty="0">
                <a:solidFill>
                  <a:srgbClr val="F8F8F8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CAE6CB7E-3B40-11A3-1BAD-6A73DF9D83C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80048" y="3810000"/>
            <a:ext cx="6797992" cy="353943"/>
          </a:xfrm>
          <a:prstGeom prst="rect">
            <a:avLst/>
          </a:prstGeom>
        </p:spPr>
        <p:txBody>
          <a:bodyPr wrap="square" lIns="0" tIns="45720" rIns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GB" sz="2000" b="0" i="0" dirty="0">
                <a:solidFill>
                  <a:srgbClr val="F8F8F8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Click to edit Master subtitle style</a:t>
            </a:r>
          </a:p>
        </p:txBody>
      </p:sp>
      <p:sp>
        <p:nvSpPr>
          <p:cNvPr id="13" name="NTT DATA Global Logo" descr="NTT DATA Global Logo">
            <a:extLst>
              <a:ext uri="{FF2B5EF4-FFF2-40B4-BE49-F238E27FC236}">
                <a16:creationId xmlns:a16="http://schemas.microsoft.com/office/drawing/2014/main" id="{F1A70F1C-0C1D-4983-5A07-15932C3427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71475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 sz="200">
                <a:solidFill>
                  <a:schemeClr val="accent2"/>
                </a:solidFill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3" name="Info box">
            <a:extLst>
              <a:ext uri="{FF2B5EF4-FFF2-40B4-BE49-F238E27FC236}">
                <a16:creationId xmlns:a16="http://schemas.microsoft.com/office/drawing/2014/main" id="{3CEDB687-72D7-CB65-F36A-20FAF24C2355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71475" y="5875374"/>
            <a:ext cx="1958400" cy="395869"/>
          </a:xfrm>
          <a:prstGeom prst="rect">
            <a:avLst/>
          </a:prstGeom>
          <a:ln>
            <a:noFill/>
          </a:ln>
        </p:spPr>
        <p:txBody>
          <a:bodyPr wrap="square" lIns="36000" tIns="36000" rIns="36000" bIns="3600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700" kern="1200" noProof="0" dirty="0">
                <a:solidFill>
                  <a:schemeClr val="accent6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Information Type:</a:t>
            </a:r>
            <a:br>
              <a:rPr lang="en-US" noProof="0" dirty="0"/>
            </a:br>
            <a:r>
              <a:rPr lang="en-US" noProof="0" dirty="0"/>
              <a:t>Company:  </a:t>
            </a:r>
            <a:br>
              <a:rPr lang="en-US" noProof="0" dirty="0"/>
            </a:br>
            <a:r>
              <a:rPr lang="en-US" noProof="0" dirty="0"/>
              <a:t>Information Owner:</a:t>
            </a:r>
          </a:p>
        </p:txBody>
      </p:sp>
    </p:spTree>
    <p:extLst>
      <p:ext uri="{BB962C8B-B14F-4D97-AF65-F5344CB8AC3E}">
        <p14:creationId xmlns:p14="http://schemas.microsoft.com/office/powerpoint/2010/main" val="174734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_Cover_Full Imag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mart Navy SemiTrans Overlay">
            <a:extLst>
              <a:ext uri="{FF2B5EF4-FFF2-40B4-BE49-F238E27FC236}">
                <a16:creationId xmlns:a16="http://schemas.microsoft.com/office/drawing/2014/main" id="{39BA9756-44A4-AC93-1405-84B020B6F4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>
                <a:noFill/>
              </a:defRPr>
            </a:lvl2pPr>
            <a:lvl3pPr marL="216000" indent="0">
              <a:buFont typeface="Arial" panose="020B0604020202020204" pitchFamily="34" charset="0"/>
              <a:buNone/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2"/>
            <a:r>
              <a:rPr lang="en-US" dirty="0"/>
              <a:t> </a:t>
            </a:r>
          </a:p>
        </p:txBody>
      </p:sp>
      <p:sp>
        <p:nvSpPr>
          <p:cNvPr id="7" name="Cover Photo Placeholder">
            <a:extLst>
              <a:ext uri="{FF2B5EF4-FFF2-40B4-BE49-F238E27FC236}">
                <a16:creationId xmlns:a16="http://schemas.microsoft.com/office/drawing/2014/main" id="{47AACDBA-727E-B7AC-B9F8-A809F3406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rgbClr val="FF7A00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9C858A80-3045-093E-B563-A7492ACE92A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80047" y="2438400"/>
            <a:ext cx="11440477" cy="1371600"/>
          </a:xfrm>
        </p:spPr>
        <p:txBody>
          <a:bodyPr vert="horz" lIns="0" tIns="45720" rIns="0" bIns="45720" rtlCol="0" anchor="b">
            <a:noAutofit/>
          </a:bodyPr>
          <a:lstStyle>
            <a:lvl1pPr>
              <a:defRPr lang="en-GB" sz="4400" b="0" i="0" dirty="0">
                <a:solidFill>
                  <a:srgbClr val="F8F8F8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CAE6CB7E-3B40-11A3-1BAD-6A73DF9D83C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80047" y="3810000"/>
            <a:ext cx="11440477" cy="353943"/>
          </a:xfrm>
          <a:prstGeom prst="rect">
            <a:avLst/>
          </a:prstGeom>
        </p:spPr>
        <p:txBody>
          <a:bodyPr wrap="square" lIns="0" tIns="45720" rIns="0">
            <a:sp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GB" sz="2000" b="0" i="0" dirty="0">
                <a:solidFill>
                  <a:srgbClr val="F8F8F8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Click to edit Master subtitle style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FF38E4A-7B13-70A1-52C6-61A780336E87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898505" y="6563358"/>
            <a:ext cx="92202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A3B868D7-8467-2439-DEEF-BBA9DFE908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3" name="Info Box">
            <a:extLst>
              <a:ext uri="{FF2B5EF4-FFF2-40B4-BE49-F238E27FC236}">
                <a16:creationId xmlns:a16="http://schemas.microsoft.com/office/drawing/2014/main" id="{60ABE840-6E2F-413E-A4F2-D50BE7A3C8B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9936479" y="333376"/>
            <a:ext cx="1884045" cy="395869"/>
          </a:xfrm>
          <a:prstGeom prst="rect">
            <a:avLst/>
          </a:prstGeom>
          <a:ln>
            <a:noFill/>
          </a:ln>
        </p:spPr>
        <p:txBody>
          <a:bodyPr wrap="square" lIns="36000" tIns="36000" rIns="36000" bIns="3600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chemeClr val="accent6">
                    <a:lumMod val="40000"/>
                    <a:lumOff val="60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Information Type:</a:t>
            </a:r>
            <a:br>
              <a:rPr lang="en-US" noProof="0" dirty="0"/>
            </a:br>
            <a:r>
              <a:rPr lang="en-US" noProof="0" dirty="0"/>
              <a:t>Company:  </a:t>
            </a:r>
            <a:br>
              <a:rPr lang="en-US" noProof="0" dirty="0"/>
            </a:br>
            <a:r>
              <a:rPr lang="en-US" noProof="0" dirty="0"/>
              <a:t>Information Owner:</a:t>
            </a:r>
          </a:p>
        </p:txBody>
      </p:sp>
      <p:sp>
        <p:nvSpPr>
          <p:cNvPr id="11" name="NTT DATA Global Logo" descr="NTT DATA Global Logo">
            <a:extLst>
              <a:ext uri="{FF2B5EF4-FFF2-40B4-BE49-F238E27FC236}">
                <a16:creationId xmlns:a16="http://schemas.microsoft.com/office/drawing/2014/main" id="{A2A24C7A-90C2-A7EA-697B-7A559561F65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71475" y="320040"/>
            <a:ext cx="1959724" cy="400077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 sz="200">
                <a:solidFill>
                  <a:schemeClr val="accent2"/>
                </a:solidFill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5465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_Cover_Dark_Image Bottom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mart Navy SemiTrans Overlay">
            <a:extLst>
              <a:ext uri="{FF2B5EF4-FFF2-40B4-BE49-F238E27FC236}">
                <a16:creationId xmlns:a16="http://schemas.microsoft.com/office/drawing/2014/main" id="{814008A9-48D1-A825-2133-305473A22B1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0" y="3348318"/>
            <a:ext cx="12192000" cy="3509682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>
                <a:noFill/>
              </a:defRPr>
            </a:lvl2pPr>
            <a:lvl3pPr marL="216000" indent="0">
              <a:buFont typeface="Arial" panose="020B0604020202020204" pitchFamily="34" charset="0"/>
              <a:buNone/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2"/>
            <a:r>
              <a:rPr lang="en-US"/>
              <a:t> 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48318"/>
            <a:ext cx="12192000" cy="350968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1475" y="2096604"/>
            <a:ext cx="11449049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6B8D68FD-3EFC-86B8-83A6-942558B1B3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1412875"/>
            <a:ext cx="11449050" cy="651610"/>
          </a:xfrm>
        </p:spPr>
        <p:txBody>
          <a:bodyPr/>
          <a:lstStyle>
            <a:lvl1pPr>
              <a:defRPr sz="4400" b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245BFAB-6256-BF35-C9F5-6D558800765A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1031855" y="3147301"/>
            <a:ext cx="788669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r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F45B6080-7233-0809-75A8-E904530DE0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3147301"/>
            <a:ext cx="571690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Innovation Curve Over v02">
            <a:extLst>
              <a:ext uri="{FF2B5EF4-FFF2-40B4-BE49-F238E27FC236}">
                <a16:creationId xmlns:a16="http://schemas.microsoft.com/office/drawing/2014/main" id="{7A6AA644-177D-9E4C-8A3F-250C66632BB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067800" y="3733800"/>
            <a:ext cx="2752725" cy="2743200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sz="200"/>
            </a:lvl1pPr>
            <a:lvl2pPr>
              <a:defRPr sz="200"/>
            </a:lvl2pPr>
            <a:lvl3pPr>
              <a:defRPr sz="200"/>
            </a:lvl3pPr>
            <a:lvl4pPr>
              <a:defRPr sz="200"/>
            </a:lvl4pPr>
            <a:lvl5pPr>
              <a:defRPr sz="200"/>
            </a:lvl5pPr>
          </a:lstStyle>
          <a:p>
            <a:pPr lvl="0"/>
            <a:r>
              <a:rPr lang="de-DE"/>
              <a:t>.</a:t>
            </a:r>
          </a:p>
        </p:txBody>
      </p:sp>
      <p:sp>
        <p:nvSpPr>
          <p:cNvPr id="8" name="Info box">
            <a:extLst>
              <a:ext uri="{FF2B5EF4-FFF2-40B4-BE49-F238E27FC236}">
                <a16:creationId xmlns:a16="http://schemas.microsoft.com/office/drawing/2014/main" id="{56B3E0DC-CFF6-D134-CAF5-A5425EB6CB85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9936479" y="333376"/>
            <a:ext cx="1884045" cy="395869"/>
          </a:xfrm>
          <a:prstGeom prst="rect">
            <a:avLst/>
          </a:prstGeom>
          <a:ln>
            <a:noFill/>
          </a:ln>
        </p:spPr>
        <p:txBody>
          <a:bodyPr wrap="square" lIns="36000" tIns="36000" rIns="36000" bIns="3600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chemeClr val="accent6">
                    <a:lumMod val="40000"/>
                    <a:lumOff val="60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Information Type:</a:t>
            </a:r>
            <a:br>
              <a:rPr lang="en-US" noProof="0" dirty="0"/>
            </a:br>
            <a:r>
              <a:rPr lang="en-US" noProof="0" dirty="0"/>
              <a:t>Company:  </a:t>
            </a:r>
            <a:br>
              <a:rPr lang="en-US" noProof="0" dirty="0"/>
            </a:br>
            <a:r>
              <a:rPr lang="en-US" noProof="0" dirty="0"/>
              <a:t>Information Owner:</a:t>
            </a:r>
          </a:p>
        </p:txBody>
      </p:sp>
      <p:sp>
        <p:nvSpPr>
          <p:cNvPr id="14" name="NTT DATA Global Logo" descr="NTT DATA Global Logo">
            <a:extLst>
              <a:ext uri="{FF2B5EF4-FFF2-40B4-BE49-F238E27FC236}">
                <a16:creationId xmlns:a16="http://schemas.microsoft.com/office/drawing/2014/main" id="{94BFDE7A-6BFD-69BD-47EF-32959BB9484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black">
          <a:xfrm>
            <a:off x="371475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 sz="200">
                <a:solidFill>
                  <a:schemeClr val="accent2"/>
                </a:solidFill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469544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0C3BB7C-B4A7-41A4-8C5A-903570B607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9C53063-1F58-BE27-2E94-7E00DE7726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AF1EE05E-1EF3-FA88-09CC-87DB6B5818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2306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_Title and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855BA-9D9E-490E-B438-6BCC818F8E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2B3CA-EBF0-4324-BDE2-B14D144F1B71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371475" y="1412875"/>
            <a:ext cx="11449050" cy="4824413"/>
          </a:xfrm>
          <a:prstGeom prst="rect">
            <a:avLst/>
          </a:prstGeo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B4CF512-82E1-2689-F640-DDFFDD4CD9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19ED1C7-0FF1-008B-4E0C-83259A7B6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noProof="0" smtClean="0"/>
              <a:pPr/>
              <a:t>‹nº›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60207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_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855BA-9D9E-490E-B438-6BCC818F8E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2B3CA-EBF0-4324-BDE2-B14D144F1B71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371475" y="1412875"/>
            <a:ext cx="5507850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9A13345-D8EA-438A-8BA9-E88672B7CBE9}"/>
              </a:ext>
            </a:extLst>
          </p:cNvPr>
          <p:cNvSpPr>
            <a:spLocks noGrp="1"/>
          </p:cNvSpPr>
          <p:nvPr>
            <p:ph idx="13" hasCustomPrompt="1"/>
          </p:nvPr>
        </p:nvSpPr>
        <p:spPr bwMode="gray">
          <a:xfrm>
            <a:off x="6311325" y="1412875"/>
            <a:ext cx="5507850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FAE869D-BCA2-8F0B-47CA-6CBB57962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28F0063-4C19-496F-6F87-6795DABB8C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noProof="0" smtClean="0"/>
              <a:pPr/>
              <a:t>‹nº›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97345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Title and 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855BA-9D9E-490E-B438-6BCC818F8E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71475" y="333375"/>
            <a:ext cx="11449050" cy="792000"/>
          </a:xfrm>
        </p:spPr>
        <p:txBody>
          <a:bodyPr vert="horz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2B3CA-EBF0-4324-BDE2-B14D144F1B71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371475" y="1412875"/>
            <a:ext cx="3657600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FAE869D-BCA2-8F0B-47CA-6CBB57962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28F0063-4C19-496F-6F87-6795DABB8C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26BC249-E151-BB39-D3D5-813D011EC4DE}"/>
              </a:ext>
            </a:extLst>
          </p:cNvPr>
          <p:cNvSpPr>
            <a:spLocks noGrp="1"/>
          </p:cNvSpPr>
          <p:nvPr>
            <p:ph idx="24" hasCustomPrompt="1"/>
          </p:nvPr>
        </p:nvSpPr>
        <p:spPr bwMode="gray">
          <a:xfrm>
            <a:off x="4267200" y="1412875"/>
            <a:ext cx="3657600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AB7751F-4652-AD3B-A81E-E9DD7E8ECF31}"/>
              </a:ext>
            </a:extLst>
          </p:cNvPr>
          <p:cNvSpPr>
            <a:spLocks noGrp="1"/>
          </p:cNvSpPr>
          <p:nvPr>
            <p:ph idx="25" hasCustomPrompt="1"/>
          </p:nvPr>
        </p:nvSpPr>
        <p:spPr bwMode="gray">
          <a:xfrm>
            <a:off x="8162925" y="1412875"/>
            <a:ext cx="3657600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8265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Title Subtitle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855BA-9D9E-490E-B438-6BCC818F8E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71475" y="333375"/>
            <a:ext cx="11449050" cy="332399"/>
          </a:xfrm>
        </p:spPr>
        <p:txBody>
          <a:bodyPr vert="horz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2B3CA-EBF0-4324-BDE2-B14D144F1B71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371474" y="1412875"/>
            <a:ext cx="11449049" cy="4824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FAE869D-BCA2-8F0B-47CA-6CBB57962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28F0063-4C19-496F-6F87-6795DABB8C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9E5DDFBC-BBD8-FCF3-FDD5-BDAF7615B10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71475" y="728663"/>
            <a:ext cx="11449050" cy="28800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2"/>
                </a:solidFill>
              </a:defRPr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15534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_Blank_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0107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Blank_Dark with foo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BB093E97-7B76-EAE6-8B05-F60EEDCE94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C15EF50-5A96-90F8-F18A-9D8143A4F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11716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_Picture Ful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CCAE21C-42ED-4CFD-A1E1-FE234323EC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0" y="5194300"/>
            <a:ext cx="12192000" cy="1663700"/>
          </a:xfrm>
          <a:prstGeom prst="rect">
            <a:avLst/>
          </a:prstGeom>
          <a:gradFill>
            <a:gsLst>
              <a:gs pos="0">
                <a:schemeClr val="accent1"/>
              </a:gs>
              <a:gs pos="80000">
                <a:schemeClr val="accent1"/>
              </a:gs>
            </a:gsLst>
            <a:lin ang="16200000" scaled="1"/>
          </a:gradFill>
        </p:spPr>
        <p:txBody>
          <a:bodyPr vert="horz" wrap="square" lIns="0" tIns="0" rIns="0" bIns="0" rtlCol="0">
            <a:noAutofit/>
          </a:bodyPr>
          <a:lstStyle>
            <a:lvl1pPr>
              <a:defRPr lang="en-US" sz="100" dirty="0"/>
            </a:lvl1pPr>
          </a:lstStyle>
          <a:p>
            <a:pPr lvl="0"/>
            <a:r>
              <a:rPr lang="en-US" dirty="0"/>
              <a:t>.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0077599-73C2-4B77-944D-C34B64F408E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anchor="ctr" anchorCtr="0"/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5F7F56A-370B-17D8-1574-7040765412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7E04D86C-67F3-2898-A9B9-7C78B586F2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473574-5E40-4F4B-82BD-ECFABA52E2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5AC7748B-57B0-6A46-ED50-8FBD40E607A6}"/>
              </a:ext>
            </a:extLst>
          </p:cNvPr>
          <p:cNvSpPr txBox="1">
            <a:spLocks noChangeAspect="1"/>
          </p:cNvSpPr>
          <p:nvPr userDrawn="1"/>
        </p:nvSpPr>
        <p:spPr bwMode="gray">
          <a:xfrm>
            <a:off x="10531725" y="6449437"/>
            <a:ext cx="1288800" cy="263108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lang="en-US" sz="2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28575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800" kern="1200">
                <a:noFill/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3pPr>
            <a:lvl4pPr marL="804863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600" kern="1200">
                <a:noFill/>
                <a:latin typeface="+mn-lt"/>
                <a:ea typeface="+mn-ea"/>
                <a:cs typeface="+mn-cs"/>
              </a:defRPr>
            </a:lvl4pPr>
            <a:lvl5pPr marL="1077913" indent="-2730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5pPr>
            <a:lvl6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E"/>
              <a:t> 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371881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_Picture Righ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318A9578-38C1-F618-D2D6-E94DBB278B9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8153400" y="0"/>
            <a:ext cx="4038600" cy="6858000"/>
          </a:xfrm>
          <a:prstGeom prst="rect">
            <a:avLst/>
          </a:prstGeom>
          <a:solidFill>
            <a:schemeClr val="accent6"/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B6E0CB35-CBF9-AFA5-830C-F4D86F08897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8153400" y="5202000"/>
            <a:ext cx="4038600" cy="1656000"/>
          </a:xfrm>
          <a:prstGeom prst="rect">
            <a:avLst/>
          </a:prstGeom>
          <a:gradFill>
            <a:gsLst>
              <a:gs pos="0">
                <a:schemeClr val="accent1"/>
              </a:gs>
              <a:gs pos="80000">
                <a:schemeClr val="accent1">
                  <a:alpha val="0"/>
                </a:schemeClr>
              </a:gs>
            </a:gsLst>
            <a:lin ang="16200000" scaled="1"/>
          </a:gradFill>
        </p:spPr>
        <p:txBody>
          <a:bodyPr vert="horz" wrap="square" lIns="0" tIns="0" rIns="0" bIns="0" rtlCol="0">
            <a:noAutofit/>
          </a:bodyPr>
          <a:lstStyle>
            <a:lvl1pPr>
              <a:defRPr lang="en-US" sz="100" dirty="0"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7792201-616E-4C9D-B2C5-4900CE58E9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E3B8E11-1E99-8E14-7DC2-2A5585E8FA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894E80A-235B-AC62-CD2D-E4D54353CE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E3C760B8-DB89-2960-48EE-7551EFCFDEA7}"/>
              </a:ext>
            </a:extLst>
          </p:cNvPr>
          <p:cNvSpPr txBox="1">
            <a:spLocks noChangeAspect="1"/>
          </p:cNvSpPr>
          <p:nvPr userDrawn="1"/>
        </p:nvSpPr>
        <p:spPr bwMode="gray">
          <a:xfrm>
            <a:off x="10531725" y="6449437"/>
            <a:ext cx="1288800" cy="263108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lang="en-US" sz="2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28575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800" kern="1200">
                <a:noFill/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3pPr>
            <a:lvl4pPr marL="804863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600" kern="1200">
                <a:noFill/>
                <a:latin typeface="+mn-lt"/>
                <a:ea typeface="+mn-ea"/>
                <a:cs typeface="+mn-cs"/>
              </a:defRPr>
            </a:lvl4pPr>
            <a:lvl5pPr marL="1077913" indent="-2730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5pPr>
            <a:lvl6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E"/>
              <a:t> 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2892323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Picture Lef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7F7A191D-6071-E779-7F2E-34886D0882B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accent6"/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7792201-616E-4C9D-B2C5-4900CE58E9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86909" y="333375"/>
            <a:ext cx="6829493" cy="792000"/>
          </a:xfrm>
        </p:spPr>
        <p:txBody>
          <a:bodyPr vert="horz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894E80A-235B-AC62-CD2D-E4D54353CE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7777162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A5DF90C5-2F99-EF32-CBEA-23287BDE244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0" y="5202000"/>
            <a:ext cx="4038600" cy="1656000"/>
          </a:xfrm>
          <a:prstGeom prst="rect">
            <a:avLst/>
          </a:prstGeom>
          <a:gradFill>
            <a:gsLst>
              <a:gs pos="0">
                <a:schemeClr val="accent1"/>
              </a:gs>
              <a:gs pos="80000">
                <a:schemeClr val="accent1">
                  <a:alpha val="0"/>
                </a:schemeClr>
              </a:gs>
            </a:gsLst>
            <a:lin ang="16200000" scaled="1"/>
          </a:gradFill>
        </p:spPr>
        <p:txBody>
          <a:bodyPr vert="horz" wrap="square" lIns="0" tIns="0" rIns="0" bIns="0" rtlCol="0">
            <a:noAutofit/>
          </a:bodyPr>
          <a:lstStyle>
            <a:lvl1pPr>
              <a:defRPr lang="en-US" sz="100" dirty="0"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E3B8E11-1E99-8E14-7DC2-2A5585E8FA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4586909" y="6563358"/>
            <a:ext cx="3111831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</p:spTree>
    <p:extLst>
      <p:ext uri="{BB962C8B-B14F-4D97-AF65-F5344CB8AC3E}">
        <p14:creationId xmlns:p14="http://schemas.microsoft.com/office/powerpoint/2010/main" val="18838837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Picture Bottom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48318"/>
            <a:ext cx="12192000" cy="350968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D008BF2A-3887-409B-2567-9779543E991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0" y="5202000"/>
            <a:ext cx="12192000" cy="1656000"/>
          </a:xfrm>
          <a:prstGeom prst="rect">
            <a:avLst/>
          </a:prstGeom>
          <a:gradFill>
            <a:gsLst>
              <a:gs pos="0">
                <a:schemeClr val="accent1"/>
              </a:gs>
              <a:gs pos="80000">
                <a:schemeClr val="accent1">
                  <a:alpha val="0"/>
                </a:schemeClr>
              </a:gs>
            </a:gsLst>
            <a:lin ang="16200000" scaled="1"/>
          </a:gradFill>
        </p:spPr>
        <p:txBody>
          <a:bodyPr vert="horz" wrap="square" lIns="0" tIns="0" rIns="0" bIns="0" rtlCol="0">
            <a:noAutofit/>
          </a:bodyPr>
          <a:lstStyle>
            <a:lvl1pPr>
              <a:defRPr lang="en-US" sz="100" dirty="0"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7A8D542-4123-5D52-32A8-5A10FF2E7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3F919FBB-9A4E-7FAD-B0F2-5D660792C3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8" name="Title 5">
            <a:extLst>
              <a:ext uri="{FF2B5EF4-FFF2-40B4-BE49-F238E27FC236}">
                <a16:creationId xmlns:a16="http://schemas.microsoft.com/office/drawing/2014/main" id="{685F5729-4D42-77C1-FCC6-A3E027B0D9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71475" y="333375"/>
            <a:ext cx="11449050" cy="792000"/>
          </a:xfrm>
        </p:spPr>
        <p:txBody>
          <a:bodyPr vert="horz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53191FB2-5C06-3B67-1454-1D220DA037E1}"/>
              </a:ext>
            </a:extLst>
          </p:cNvPr>
          <p:cNvSpPr txBox="1">
            <a:spLocks noChangeAspect="1"/>
          </p:cNvSpPr>
          <p:nvPr userDrawn="1"/>
        </p:nvSpPr>
        <p:spPr bwMode="gray">
          <a:xfrm>
            <a:off x="10531725" y="6449437"/>
            <a:ext cx="1288800" cy="263108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lang="en-US" sz="2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28575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800" kern="1200">
                <a:noFill/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3pPr>
            <a:lvl4pPr marL="804863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•"/>
              <a:defRPr lang="en-US" sz="1600" kern="1200">
                <a:noFill/>
                <a:latin typeface="+mn-lt"/>
                <a:ea typeface="+mn-ea"/>
                <a:cs typeface="+mn-cs"/>
              </a:defRPr>
            </a:lvl4pPr>
            <a:lvl5pPr marL="1077913" indent="-2730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Font typeface="Arial" panose="020B0604020202020204" pitchFamily="34" charset="0"/>
              <a:buChar char="»"/>
              <a:defRPr lang="en-US" sz="1600" kern="1200">
                <a:noFill/>
                <a:latin typeface="+mn-lt"/>
                <a:ea typeface="+mn-ea"/>
                <a:cs typeface="+mn-cs"/>
              </a:defRPr>
            </a:lvl5pPr>
            <a:lvl6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Roboto" panose="02000000000000000000" pitchFamily="2" charset="0"/>
              <a:buChar char="–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E"/>
              <a:t> 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0876942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_Picture Three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99AD32-EACB-40FD-ACFA-9178E8D0035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" y="1412875"/>
            <a:ext cx="4015999" cy="2772000"/>
          </a:xfrm>
          <a:prstGeom prst="rect">
            <a:avLst/>
          </a:prstGeom>
          <a:solidFill>
            <a:schemeClr val="accent6"/>
          </a:solidFill>
        </p:spPr>
        <p:txBody>
          <a:bodyPr anchor="ctr" anchorCtr="0"/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73D5620-2B8C-49E1-ADF3-9ADE2BF3BA3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088000" y="1412875"/>
            <a:ext cx="4015999" cy="2772000"/>
          </a:xfrm>
          <a:prstGeom prst="rect">
            <a:avLst/>
          </a:prstGeom>
          <a:solidFill>
            <a:schemeClr val="accent6"/>
          </a:solidFill>
        </p:spPr>
        <p:txBody>
          <a:bodyPr anchor="ctr" anchorCtr="0"/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31D45D1-5334-4DD5-8154-DAD52B3C39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75999" y="1412875"/>
            <a:ext cx="4015999" cy="2772000"/>
          </a:xfrm>
          <a:prstGeom prst="rect">
            <a:avLst/>
          </a:prstGeom>
          <a:solidFill>
            <a:schemeClr val="accent6"/>
          </a:solidFill>
        </p:spPr>
        <p:txBody>
          <a:bodyPr anchor="ctr" anchorCtr="0"/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7792201-616E-4C9D-B2C5-4900CE58E9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E3B8E11-1E99-8E14-7DC2-2A5585E8FA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894E80A-235B-AC62-CD2D-E4D54353CE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6954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Picture Collection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91928" y="3987606"/>
            <a:ext cx="5365113" cy="2249683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 w="3175" cmpd="sng">
            <a:noFill/>
          </a:ln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marL="0" indent="0" algn="ctr" defTabSz="1219170" rtl="0" eaLnBrk="1" latinLnBrk="0" hangingPunct="1">
              <a:lnSpc>
                <a:spcPct val="95000"/>
              </a:lnSpc>
              <a:spcBef>
                <a:spcPts val="1920"/>
              </a:spcBef>
              <a:buClr>
                <a:srgbClr val="92D050"/>
              </a:buClr>
              <a:buSzPct val="90000"/>
              <a:buFont typeface="Arial" pitchFamily="34" charset="0"/>
              <a:buNone/>
              <a:tabLst/>
              <a:defRPr lang="en-US" sz="2667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Rounded 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49318" y="2163386"/>
            <a:ext cx="2377440" cy="2675053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6" name="Picture Placeholder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71475" y="333373"/>
            <a:ext cx="4419959" cy="3566160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marL="0" indent="0" algn="ctr" defTabSz="1219170" rtl="0" eaLnBrk="1" latinLnBrk="0" hangingPunct="1">
              <a:lnSpc>
                <a:spcPct val="100000"/>
              </a:lnSpc>
              <a:spcBef>
                <a:spcPts val="1920"/>
              </a:spcBef>
              <a:buClr>
                <a:srgbClr val="92D050"/>
              </a:buClr>
              <a:buSzPct val="90000"/>
              <a:buFont typeface="Arial" pitchFamily="34" charset="0"/>
              <a:buNone/>
              <a:tabLst/>
              <a:defRPr lang="en-US" sz="2667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4" name="Picture Placeholder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359747" y="2140169"/>
            <a:ext cx="2460778" cy="2680693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 w="3175" cmpd="sng">
            <a:noFill/>
          </a:ln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marL="0" indent="0" algn="ctr" defTabSz="1219170" rtl="0" eaLnBrk="1" latinLnBrk="0" hangingPunct="1">
              <a:lnSpc>
                <a:spcPct val="100000"/>
              </a:lnSpc>
              <a:spcBef>
                <a:spcPts val="1920"/>
              </a:spcBef>
              <a:buClr>
                <a:srgbClr val="92D050"/>
              </a:buClr>
              <a:buSzPct val="90000"/>
              <a:buFont typeface="Arial" pitchFamily="34" charset="0"/>
              <a:buNone/>
              <a:tabLst/>
              <a:defRPr lang="en-US" sz="2667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9" name="Text Placeholder 4"/>
          <p:cNvSpPr>
            <a:spLocks noGrp="1"/>
          </p:cNvSpPr>
          <p:nvPr>
            <p:ph type="body" sz="quarter" idx="23" hasCustomPrompt="1"/>
          </p:nvPr>
        </p:nvSpPr>
        <p:spPr>
          <a:xfrm>
            <a:off x="371475" y="2384022"/>
            <a:ext cx="4419959" cy="1458387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/>
        </p:spPr>
        <p:txBody>
          <a:bodyPr anchor="t" anchorCtr="0"/>
          <a:lstStyle>
            <a:lvl1pPr algn="ctr">
              <a:lnSpc>
                <a:spcPct val="100000"/>
              </a:lnSpc>
              <a:defRPr sz="2133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 dirty="0"/>
              <a:t>Click to edit Master text styles</a:t>
            </a:r>
          </a:p>
        </p:txBody>
      </p:sp>
      <p:sp>
        <p:nvSpPr>
          <p:cNvPr id="19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4902048" y="333373"/>
            <a:ext cx="4353503" cy="356616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txBody>
          <a:bodyPr lIns="108000" anchor="ctr"/>
          <a:lstStyle>
            <a:lvl1pPr marL="0" indent="0" algn="l">
              <a:lnSpc>
                <a:spcPct val="100000"/>
              </a:lnSpc>
              <a:tabLst/>
              <a:defRPr sz="3200" b="1">
                <a:solidFill>
                  <a:schemeClr val="bg1"/>
                </a:solidFill>
                <a:effectLst/>
                <a:latin typeface="+mn-lt"/>
                <a:cs typeface="Arial"/>
              </a:defRPr>
            </a:lvl1pPr>
            <a:lvl2pPr marL="0" indent="0" algn="l">
              <a:lnSpc>
                <a:spcPct val="100000"/>
              </a:lnSpc>
              <a:defRPr>
                <a:solidFill>
                  <a:schemeClr val="bg1"/>
                </a:solidFill>
                <a:effectLst/>
                <a:latin typeface="+mn-lt"/>
                <a:cs typeface="Arial"/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 dirty="0"/>
              <a:t>Click to edit Master text styles</a:t>
            </a:r>
          </a:p>
          <a:p>
            <a:pPr lvl="1"/>
            <a:r>
              <a:rPr lang="en-US" altLang="ja-JP" dirty="0"/>
              <a:t>Second level</a:t>
            </a:r>
          </a:p>
        </p:txBody>
      </p:sp>
      <p:sp>
        <p:nvSpPr>
          <p:cNvPr id="2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9359747" y="333373"/>
            <a:ext cx="2460778" cy="1700963"/>
          </a:xfrm>
          <a:prstGeom prst="roundRect">
            <a:avLst>
              <a:gd name="adj" fmla="val 0"/>
            </a:avLst>
          </a:prstGeom>
          <a:solidFill>
            <a:schemeClr val="accent6"/>
          </a:solidFill>
          <a:ln>
            <a:noFill/>
          </a:ln>
          <a:effectLst/>
        </p:spPr>
        <p:txBody>
          <a:bodyPr anchor="ctr"/>
          <a:lstStyle>
            <a:lvl1pPr algn="ctr">
              <a:lnSpc>
                <a:spcPct val="100000"/>
              </a:lnSpc>
              <a:defRPr sz="2133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 dirty="0"/>
              <a:t>Click to edit Master text styles</a:t>
            </a:r>
          </a:p>
        </p:txBody>
      </p:sp>
      <p:sp>
        <p:nvSpPr>
          <p:cNvPr id="26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9359747" y="3744196"/>
            <a:ext cx="2377440" cy="1076667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/>
        </p:spPr>
        <p:txBody>
          <a:bodyPr anchor="t" anchorCtr="0"/>
          <a:lstStyle>
            <a:lvl1pPr algn="ctr">
              <a:defRPr sz="2133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 dirty="0"/>
              <a:t>Click to edit Master text styles</a:t>
            </a:r>
          </a:p>
        </p:txBody>
      </p:sp>
      <p:sp>
        <p:nvSpPr>
          <p:cNvPr id="24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3987606"/>
            <a:ext cx="3420269" cy="2249682"/>
          </a:xfrm>
          <a:prstGeom prst="roundRect">
            <a:avLst>
              <a:gd name="adj" fmla="val 0"/>
            </a:avLst>
          </a:prstGeom>
          <a:solidFill>
            <a:schemeClr val="accent6"/>
          </a:solidFill>
          <a:ln>
            <a:noFill/>
          </a:ln>
          <a:effectLst/>
        </p:spPr>
        <p:txBody>
          <a:bodyPr lIns="108000" anchor="ctr"/>
          <a:lstStyle>
            <a:lvl1pPr algn="l">
              <a:lnSpc>
                <a:spcPct val="100000"/>
              </a:lnSpc>
              <a:defRPr sz="2667" b="1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tx2"/>
                </a:solidFill>
              </a:defRPr>
            </a:lvl2pPr>
            <a:lvl3pPr algn="l">
              <a:defRPr>
                <a:solidFill>
                  <a:schemeClr val="tx2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 dirty="0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3877779" y="5399590"/>
            <a:ext cx="5371355" cy="837698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/>
        </p:spPr>
        <p:txBody>
          <a:bodyPr anchor="t" anchorCtr="0"/>
          <a:lstStyle>
            <a:lvl1pPr algn="ctr">
              <a:lnSpc>
                <a:spcPct val="100000"/>
              </a:lnSpc>
              <a:defRPr sz="2133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 dirty="0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9359747" y="4926695"/>
            <a:ext cx="2460778" cy="131059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>
            <a:noFill/>
          </a:ln>
          <a:effectLst/>
        </p:spPr>
        <p:txBody>
          <a:bodyPr anchor="ctr"/>
          <a:lstStyle>
            <a:lvl1pPr algn="ctr">
              <a:lnSpc>
                <a:spcPct val="100000"/>
              </a:lnSpc>
              <a:defRPr sz="2133">
                <a:solidFill>
                  <a:schemeClr val="bg1"/>
                </a:solidFill>
                <a:latin typeface="+mn-lt"/>
                <a:cs typeface="Arial"/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ja-JP" dirty="0"/>
              <a:t>Click to edit Master text styles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BA9505-91C7-B9FF-4651-787D86C3BED1}"/>
              </a:ext>
            </a:extLst>
          </p:cNvPr>
          <p:cNvSpPr txBox="1"/>
          <p:nvPr userDrawn="1"/>
        </p:nvSpPr>
        <p:spPr>
          <a:xfrm>
            <a:off x="3685309" y="-803564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en-US" dirty="0" err="1">
              <a:solidFill>
                <a:srgbClr val="FFFFFF"/>
              </a:solidFill>
            </a:endParaRP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59C35B40-A84A-00D6-5FD3-6FD80F61E8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FC1EFC3-6CA1-181A-9D7F-24D4581B21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189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_Closing Slide Future Blue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87ED33-6A4E-4B88-9978-60E9E0EBFC9F}"/>
              </a:ext>
            </a:extLst>
          </p:cNvPr>
          <p:cNvSpPr/>
          <p:nvPr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NTT DATA Global Logo">
            <a:extLst>
              <a:ext uri="{FF2B5EF4-FFF2-40B4-BE49-F238E27FC236}">
                <a16:creationId xmlns:a16="http://schemas.microsoft.com/office/drawing/2014/main" id="{3F03F05C-59F6-715B-5A33-907AD87C66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3287" y="2880000"/>
            <a:ext cx="5385427" cy="109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2099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_Closing Slide Navy Dark with picture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mart Navy SemiTrans Overlay">
            <a:extLst>
              <a:ext uri="{FF2B5EF4-FFF2-40B4-BE49-F238E27FC236}">
                <a16:creationId xmlns:a16="http://schemas.microsoft.com/office/drawing/2014/main" id="{6E4F8208-B33A-86C1-C4BF-6C513A841DF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>
                <a:noFill/>
              </a:defRPr>
            </a:lvl2pPr>
            <a:lvl3pPr marL="216000" indent="0">
              <a:buFont typeface="Arial" panose="020B0604020202020204" pitchFamily="34" charset="0"/>
              <a:buNone/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2"/>
            <a:r>
              <a:rPr lang="en-US" dirty="0"/>
              <a:t> </a:t>
            </a:r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DCE6D5FB-5128-84ED-8909-686C6A3993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rgbClr val="FF7A00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10" name="NTT DATA Global Logo" descr="NTT DATA Global Logo">
            <a:extLst>
              <a:ext uri="{FF2B5EF4-FFF2-40B4-BE49-F238E27FC236}">
                <a16:creationId xmlns:a16="http://schemas.microsoft.com/office/drawing/2014/main" id="{188EBC45-4F1C-E0B0-9BB4-2942DDBDBEAF}"/>
              </a:ext>
            </a:extLst>
          </p:cNvPr>
          <p:cNvSpPr>
            <a:spLocks noGrp="1" noChangeAspect="1"/>
          </p:cNvSpPr>
          <p:nvPr>
            <p:ph type="body" sz="quarter" idx="17" hasCustomPrompt="1"/>
          </p:nvPr>
        </p:nvSpPr>
        <p:spPr bwMode="gray">
          <a:xfrm>
            <a:off x="3403200" y="2879266"/>
            <a:ext cx="5385600" cy="1099468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 sz="200">
                <a:solidFill>
                  <a:schemeClr val="accent2"/>
                </a:solidFill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527074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_Divider_Image Lef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">
            <a:extLst>
              <a:ext uri="{FF2B5EF4-FFF2-40B4-BE49-F238E27FC236}">
                <a16:creationId xmlns:a16="http://schemas.microsoft.com/office/drawing/2014/main" id="{597D1B3A-E1F6-AFF4-3A3F-A37A17CBCB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951288"/>
          </a:xfrm>
        </p:spPr>
        <p:txBody>
          <a:bodyPr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Divider Page Text</a:t>
            </a:r>
          </a:p>
        </p:txBody>
      </p:sp>
      <p:sp>
        <p:nvSpPr>
          <p:cNvPr id="15" name="Section Number">
            <a:extLst>
              <a:ext uri="{FF2B5EF4-FFF2-40B4-BE49-F238E27FC236}">
                <a16:creationId xmlns:a16="http://schemas.microsoft.com/office/drawing/2014/main" id="{353938DB-D71F-BCC9-253A-E90421933D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#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CBAA2EA5-06E3-8691-22FA-AE783265C86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accent6"/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4E201FA-14DE-26F5-5B59-34540918F7C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0" y="5202000"/>
            <a:ext cx="4038600" cy="1656000"/>
          </a:xfrm>
          <a:prstGeom prst="rect">
            <a:avLst/>
          </a:prstGeom>
          <a:gradFill>
            <a:gsLst>
              <a:gs pos="0">
                <a:schemeClr val="accent1"/>
              </a:gs>
              <a:gs pos="80000">
                <a:schemeClr val="accent1">
                  <a:alpha val="0"/>
                </a:schemeClr>
              </a:gs>
            </a:gsLst>
            <a:lin ang="16200000" scaled="1"/>
          </a:gradFill>
        </p:spPr>
        <p:txBody>
          <a:bodyPr vert="horz" wrap="square" lIns="0" tIns="0" rIns="0" bIns="0" rtlCol="0">
            <a:noAutofit/>
          </a:bodyPr>
          <a:lstStyle>
            <a:lvl1pPr>
              <a:defRPr lang="en-US" sz="100" dirty="0"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E3EC910-66B9-7290-6910-39097643AE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7777162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28FF710-A250-66BE-1682-899EBECEAA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4495800" y="6563358"/>
            <a:ext cx="324421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</p:spTree>
    <p:extLst>
      <p:ext uri="{BB962C8B-B14F-4D97-AF65-F5344CB8AC3E}">
        <p14:creationId xmlns:p14="http://schemas.microsoft.com/office/powerpoint/2010/main" val="178877183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_Divider_InnovationCurve on Righ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">
            <a:extLst>
              <a:ext uri="{FF2B5EF4-FFF2-40B4-BE49-F238E27FC236}">
                <a16:creationId xmlns:a16="http://schemas.microsoft.com/office/drawing/2014/main" id="{597D1B3A-E1F6-AFF4-3A3F-A37A17CBCB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286000"/>
            <a:ext cx="7315200" cy="3886200"/>
          </a:xfrm>
        </p:spPr>
        <p:txBody>
          <a:bodyPr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Divider Page</a:t>
            </a:r>
          </a:p>
        </p:txBody>
      </p:sp>
      <p:sp>
        <p:nvSpPr>
          <p:cNvPr id="15" name="Section Number">
            <a:extLst>
              <a:ext uri="{FF2B5EF4-FFF2-40B4-BE49-F238E27FC236}">
                <a16:creationId xmlns:a16="http://schemas.microsoft.com/office/drawing/2014/main" id="{353938DB-D71F-BCC9-253A-E90421933D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#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7D78CB3-8E2A-426A-73F0-19178ABAAB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  <a:endParaRPr lang="pt-BR" noProof="0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0D19329-B7C0-CE48-A2F3-05D87FD03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‹nº›</a:t>
            </a:fld>
            <a:endParaRPr lang="en-US" dirty="0"/>
          </a:p>
        </p:txBody>
      </p:sp>
      <p:pic>
        <p:nvPicPr>
          <p:cNvPr id="8" name="Innovation Curve">
            <a:extLst>
              <a:ext uri="{FF2B5EF4-FFF2-40B4-BE49-F238E27FC236}">
                <a16:creationId xmlns:a16="http://schemas.microsoft.com/office/drawing/2014/main" id="{8FAD0C94-F295-1BA4-75E9-C0403855E0F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940970" y="2281852"/>
            <a:ext cx="3879556" cy="3890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092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_Divider_Innovation Curve Image Lef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433116"/>
            <a:ext cx="7315200" cy="3739084"/>
          </a:xfrm>
        </p:spPr>
        <p:txBody>
          <a:bodyPr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Divider Page</a:t>
            </a:r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accent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#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795E080-1F31-4238-044C-F377C0E253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5ACFAEF6-C002-CEF8-D12E-35B10EFF2E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7" name="Grid">
            <a:extLst>
              <a:ext uri="{FF2B5EF4-FFF2-40B4-BE49-F238E27FC236}">
                <a16:creationId xmlns:a16="http://schemas.microsoft.com/office/drawing/2014/main" id="{7C23E814-83D3-3A4C-E7C1-1CC5AAE30D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9852" y="2403913"/>
            <a:ext cx="3755940" cy="3767718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sz="200"/>
            </a:lvl1pPr>
          </a:lstStyle>
          <a:p>
            <a:pPr lvl="0"/>
            <a:r>
              <a:rPr lang="de-DE"/>
              <a:t>.</a:t>
            </a:r>
          </a:p>
        </p:txBody>
      </p:sp>
      <p:sp>
        <p:nvSpPr>
          <p:cNvPr id="8" name="Mask">
            <a:extLst>
              <a:ext uri="{FF2B5EF4-FFF2-40B4-BE49-F238E27FC236}">
                <a16:creationId xmlns:a16="http://schemas.microsoft.com/office/drawing/2014/main" id="{6A3F8A03-35AC-7457-3761-25EFCA9E3C9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389852" y="2403913"/>
            <a:ext cx="3755940" cy="3767718"/>
          </a:xfrm>
          <a:custGeom>
            <a:avLst/>
            <a:gdLst>
              <a:gd name="connsiteX0" fmla="*/ 1221722 w 3755940"/>
              <a:gd name="connsiteY0" fmla="*/ 0 h 3767718"/>
              <a:gd name="connsiteX1" fmla="*/ 2020606 w 3755940"/>
              <a:gd name="connsiteY1" fmla="*/ 439029 h 3767718"/>
              <a:gd name="connsiteX2" fmla="*/ 2500058 w 3755940"/>
              <a:gd name="connsiteY2" fmla="*/ 1241044 h 3767718"/>
              <a:gd name="connsiteX3" fmla="*/ 3753449 w 3755940"/>
              <a:gd name="connsiteY3" fmla="*/ 3762701 h 3767718"/>
              <a:gd name="connsiteX4" fmla="*/ 3755940 w 3755940"/>
              <a:gd name="connsiteY4" fmla="*/ 3767718 h 3767718"/>
              <a:gd name="connsiteX5" fmla="*/ 2499239 w 3755940"/>
              <a:gd name="connsiteY5" fmla="*/ 3767718 h 3767718"/>
              <a:gd name="connsiteX6" fmla="*/ 2498278 w 3755940"/>
              <a:gd name="connsiteY6" fmla="*/ 3765796 h 3767718"/>
              <a:gd name="connsiteX7" fmla="*/ 1255918 w 3755940"/>
              <a:gd name="connsiteY7" fmla="*/ 1279154 h 3767718"/>
              <a:gd name="connsiteX8" fmla="*/ 1255918 w 3755940"/>
              <a:gd name="connsiteY8" fmla="*/ 3767718 h 3767718"/>
              <a:gd name="connsiteX9" fmla="*/ 1252431 w 3755940"/>
              <a:gd name="connsiteY9" fmla="*/ 3767718 h 3767718"/>
              <a:gd name="connsiteX10" fmla="*/ 0 w 3755940"/>
              <a:gd name="connsiteY10" fmla="*/ 3767718 h 3767718"/>
              <a:gd name="connsiteX11" fmla="*/ 0 w 3755940"/>
              <a:gd name="connsiteY11" fmla="*/ 1264422 h 3767718"/>
              <a:gd name="connsiteX12" fmla="*/ 299364 w 3755940"/>
              <a:gd name="connsiteY12" fmla="*/ 383020 h 3767718"/>
              <a:gd name="connsiteX13" fmla="*/ 1221722 w 3755940"/>
              <a:gd name="connsiteY13" fmla="*/ 0 h 3767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55940" h="3767718">
                <a:moveTo>
                  <a:pt x="1221722" y="0"/>
                </a:moveTo>
                <a:cubicBezTo>
                  <a:pt x="1554534" y="0"/>
                  <a:pt x="1814293" y="189446"/>
                  <a:pt x="2020606" y="439029"/>
                </a:cubicBezTo>
                <a:cubicBezTo>
                  <a:pt x="2226883" y="688575"/>
                  <a:pt x="2380212" y="998721"/>
                  <a:pt x="2500058" y="1241044"/>
                </a:cubicBezTo>
                <a:lnTo>
                  <a:pt x="3753449" y="3762701"/>
                </a:lnTo>
                <a:lnTo>
                  <a:pt x="3755940" y="3767718"/>
                </a:lnTo>
                <a:lnTo>
                  <a:pt x="2499239" y="3767718"/>
                </a:lnTo>
                <a:lnTo>
                  <a:pt x="2498278" y="3765796"/>
                </a:lnTo>
                <a:lnTo>
                  <a:pt x="1255918" y="1279154"/>
                </a:lnTo>
                <a:lnTo>
                  <a:pt x="1255918" y="3767718"/>
                </a:lnTo>
                <a:cubicBezTo>
                  <a:pt x="1255918" y="3767718"/>
                  <a:pt x="1252431" y="3767718"/>
                  <a:pt x="1252431" y="3767718"/>
                </a:cubicBezTo>
                <a:lnTo>
                  <a:pt x="0" y="3767718"/>
                </a:lnTo>
                <a:lnTo>
                  <a:pt x="0" y="1264422"/>
                </a:lnTo>
                <a:cubicBezTo>
                  <a:pt x="0" y="932251"/>
                  <a:pt x="97677" y="616163"/>
                  <a:pt x="299364" y="383020"/>
                </a:cubicBezTo>
                <a:cubicBezTo>
                  <a:pt x="501086" y="149842"/>
                  <a:pt x="806677" y="0"/>
                  <a:pt x="1221722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>
            <a:noAutofit/>
          </a:bodyPr>
          <a:lstStyle>
            <a:lvl1pPr>
              <a:defRPr sz="200">
                <a:solidFill>
                  <a:srgbClr val="070F26"/>
                </a:solidFill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0150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74404F-43CD-40C8-B408-4B36050B4048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33375"/>
            <a:ext cx="11449050" cy="79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B7396-CF44-41A3-ABC7-B95299F0C0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71475" y="6563358"/>
            <a:ext cx="4852035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603A65-CACD-4E1E-A1C2-FC8F9891C1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5943600" y="6563358"/>
            <a:ext cx="304800" cy="8890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 algn="ctr">
              <a:lnSpc>
                <a:spcPct val="100000"/>
              </a:lnSpc>
              <a:defRPr sz="800">
                <a:solidFill>
                  <a:schemeClr val="bg1"/>
                </a:solidFill>
              </a:defRPr>
            </a:lvl1pPr>
          </a:lstStyle>
          <a:p>
            <a:fld id="{13CE6DAF-806F-404B-BC68-339BFCB57E5C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B22E3CC-1B88-CF67-AD2F-D65E37E3716E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71475" y="1412875"/>
            <a:ext cx="11449050" cy="48244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4" name="NTT DATA Global Logo">
            <a:extLst>
              <a:ext uri="{FF2B5EF4-FFF2-40B4-BE49-F238E27FC236}">
                <a16:creationId xmlns:a16="http://schemas.microsoft.com/office/drawing/2014/main" id="{D3B22713-AB91-EF03-7CF0-CCF486815A38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gray">
          <a:xfrm>
            <a:off x="10531554" y="6449745"/>
            <a:ext cx="1288971" cy="26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230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  <p:sldLayoutId id="2147483698" r:id="rId13"/>
    <p:sldLayoutId id="2147483699" r:id="rId14"/>
    <p:sldLayoutId id="2147483700" r:id="rId15"/>
    <p:sldLayoutId id="2147483701" r:id="rId16"/>
    <p:sldLayoutId id="2147483702" r:id="rId17"/>
    <p:sldLayoutId id="2147483703" r:id="rId18"/>
    <p:sldLayoutId id="2147483704" r:id="rId19"/>
    <p:sldLayoutId id="2147483705" r:id="rId20"/>
    <p:sldLayoutId id="2147483706" r:id="rId21"/>
    <p:sldLayoutId id="2147483707" r:id="rId2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Tx/>
        <a:buNone/>
        <a:defRPr lang="en-US" sz="1800" kern="1200" dirty="0">
          <a:solidFill>
            <a:schemeClr val="bg1"/>
          </a:solidFill>
          <a:latin typeface="+mn-lt"/>
          <a:ea typeface="+mn-ea"/>
          <a:cs typeface="+mn-cs"/>
        </a:defRPr>
      </a:lvl1pPr>
      <a:lvl2pPr marL="285750" indent="-285750" algn="l" defTabSz="914400" rtl="0" eaLnBrk="1" latinLnBrk="0" hangingPunct="1">
        <a:lnSpc>
          <a:spcPct val="100000"/>
        </a:lnSpc>
        <a:spcBef>
          <a:spcPts val="500"/>
        </a:spcBef>
        <a:buClr>
          <a:schemeClr val="bg1"/>
        </a:buClr>
        <a:buFont typeface="Arial" panose="020B0604020202020204" pitchFamily="34" charset="0"/>
        <a:buChar char="•"/>
        <a:defRPr lang="en-US" sz="1800" kern="1200" dirty="0">
          <a:solidFill>
            <a:schemeClr val="bg1"/>
          </a:solidFill>
          <a:latin typeface="+mn-lt"/>
          <a:ea typeface="+mn-ea"/>
          <a:cs typeface="+mn-cs"/>
        </a:defRPr>
      </a:lvl2pPr>
      <a:lvl3pPr marL="536575" indent="-268288" algn="l" defTabSz="914400" rtl="0" eaLnBrk="1" latinLnBrk="0" hangingPunct="1">
        <a:lnSpc>
          <a:spcPct val="100000"/>
        </a:lnSpc>
        <a:spcBef>
          <a:spcPts val="500"/>
        </a:spcBef>
        <a:buClr>
          <a:schemeClr val="bg1"/>
        </a:buClr>
        <a:buFont typeface="Arial" panose="020B0604020202020204" pitchFamily="34" charset="0"/>
        <a:buChar char="»"/>
        <a:defRPr lang="en-US" sz="1600" kern="1200" dirty="0">
          <a:solidFill>
            <a:schemeClr val="bg1"/>
          </a:solidFill>
          <a:latin typeface="+mn-lt"/>
          <a:ea typeface="+mn-ea"/>
          <a:cs typeface="+mn-cs"/>
        </a:defRPr>
      </a:lvl3pPr>
      <a:lvl4pPr marL="804863" indent="-268288" algn="l" defTabSz="914400" rtl="0" eaLnBrk="1" latinLnBrk="0" hangingPunct="1">
        <a:lnSpc>
          <a:spcPct val="100000"/>
        </a:lnSpc>
        <a:spcBef>
          <a:spcPts val="500"/>
        </a:spcBef>
        <a:buClr>
          <a:schemeClr val="bg1"/>
        </a:buClr>
        <a:buFont typeface="Arial" panose="020B0604020202020204" pitchFamily="34" charset="0"/>
        <a:buChar char="•"/>
        <a:defRPr lang="en-US" sz="1600" kern="1200" dirty="0">
          <a:solidFill>
            <a:schemeClr val="bg1"/>
          </a:solidFill>
          <a:latin typeface="+mn-lt"/>
          <a:ea typeface="+mn-ea"/>
          <a:cs typeface="+mn-cs"/>
        </a:defRPr>
      </a:lvl4pPr>
      <a:lvl5pPr marL="1077913" indent="-273050" algn="l" defTabSz="914400" rtl="0" eaLnBrk="1" latinLnBrk="0" hangingPunct="1">
        <a:lnSpc>
          <a:spcPct val="100000"/>
        </a:lnSpc>
        <a:spcBef>
          <a:spcPts val="500"/>
        </a:spcBef>
        <a:buClr>
          <a:schemeClr val="bg1"/>
        </a:buClr>
        <a:buFont typeface="Arial" panose="020B0604020202020204" pitchFamily="34" charset="0"/>
        <a:buChar char="»"/>
        <a:defRPr lang="en-US" sz="1600" kern="1200" dirty="0">
          <a:solidFill>
            <a:schemeClr val="bg1"/>
          </a:solidFill>
          <a:latin typeface="+mn-lt"/>
          <a:ea typeface="+mn-ea"/>
          <a:cs typeface="+mn-cs"/>
        </a:defRPr>
      </a:lvl5pPr>
      <a:lvl6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10000"/>
        </a:lnSpc>
        <a:spcBef>
          <a:spcPts val="600"/>
        </a:spcBef>
        <a:buFontTx/>
        <a:buNone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10000"/>
        </a:lnSpc>
        <a:spcBef>
          <a:spcPts val="600"/>
        </a:spcBef>
        <a:buFontTx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Roboto" panose="02000000000000000000" pitchFamily="2" charset="0"/>
        <a:buChar char="–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0">
          <p15:clr>
            <a:srgbClr val="F26B43"/>
          </p15:clr>
        </p15:guide>
        <p15:guide id="3" orient="horz" pos="890">
          <p15:clr>
            <a:srgbClr val="F26B43"/>
          </p15:clr>
        </p15:guide>
        <p15:guide id="4" orient="horz" pos="3929">
          <p15:clr>
            <a:srgbClr val="F26B43"/>
          </p15:clr>
        </p15:guide>
        <p15:guide id="5" pos="234">
          <p15:clr>
            <a:srgbClr val="F26B43"/>
          </p15:clr>
        </p15:guide>
        <p15:guide id="6" pos="3840">
          <p15:clr>
            <a:srgbClr val="F26B43"/>
          </p15:clr>
        </p15:guide>
        <p15:guide id="8" pos="744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F2EC269A-C405-3BD2-6FDB-F567447A16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B980C6D-8D77-3156-0EA2-7741BD4E65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DD9B8D3-955D-25A9-7048-CF24A696C4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A1A72976-1355-1438-BF88-B98FA5A40D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712A5B5-65A7-AFCC-8BF4-6AA359AD1376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485C044-D3E9-8113-B191-7F59B10CAAB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ítulo 7">
            <a:extLst>
              <a:ext uri="{FF2B5EF4-FFF2-40B4-BE49-F238E27FC236}">
                <a16:creationId xmlns:a16="http://schemas.microsoft.com/office/drawing/2014/main" id="{CD00CFB5-4653-7102-10E1-21FCDE711E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Treinamento de Java Básico</a:t>
            </a:r>
          </a:p>
        </p:txBody>
      </p:sp>
      <p:sp>
        <p:nvSpPr>
          <p:cNvPr id="9" name="Subtítulo 8">
            <a:extLst>
              <a:ext uri="{FF2B5EF4-FFF2-40B4-BE49-F238E27FC236}">
                <a16:creationId xmlns:a16="http://schemas.microsoft.com/office/drawing/2014/main" id="{F52E4ECF-AC80-8791-CECE-01E6B925A4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Introdução e prática de conceitos </a:t>
            </a:r>
          </a:p>
        </p:txBody>
      </p: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69585BC6-94ED-999F-E797-0341159611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4826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6E721C-5991-9C18-8D1B-044E2ED87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1600" dirty="0">
                <a:latin typeface="+mn-lt"/>
                <a:ea typeface="+mn-ea"/>
                <a:cs typeface="+mn-cs"/>
              </a:rPr>
              <a:t>Apresentar os fundamentos de Java: tipos de dados, operações, entrada de dados, estruturas de controle (condicionais e repetição), funções e conceitos básicos de programação orientada a objetos (classes e herança).</a:t>
            </a:r>
            <a:br>
              <a:rPr lang="pt-BR" sz="1600" dirty="0">
                <a:latin typeface="+mn-lt"/>
                <a:ea typeface="+mn-ea"/>
                <a:cs typeface="+mn-cs"/>
              </a:rPr>
            </a:br>
            <a:br>
              <a:rPr lang="pt-BR" sz="1600" dirty="0">
                <a:latin typeface="+mn-lt"/>
                <a:ea typeface="+mn-ea"/>
                <a:cs typeface="+mn-cs"/>
              </a:rPr>
            </a:br>
            <a:r>
              <a:rPr lang="pt-BR" sz="1600" dirty="0">
                <a:latin typeface="+mn-lt"/>
                <a:ea typeface="+mn-ea"/>
                <a:cs typeface="+mn-cs"/>
              </a:rPr>
              <a:t>Estrutura do treinamento</a:t>
            </a:r>
            <a:br>
              <a:rPr lang="pt-BR" sz="1600" dirty="0">
                <a:latin typeface="+mn-lt"/>
                <a:ea typeface="+mn-ea"/>
                <a:cs typeface="+mn-cs"/>
              </a:rPr>
            </a:br>
            <a:br>
              <a:rPr lang="pt-BR" sz="1600" dirty="0">
                <a:latin typeface="+mn-lt"/>
                <a:ea typeface="+mn-ea"/>
                <a:cs typeface="+mn-cs"/>
              </a:rPr>
            </a:br>
            <a:r>
              <a:rPr lang="pt-BR" sz="1600" dirty="0">
                <a:latin typeface="+mn-lt"/>
                <a:ea typeface="+mn-ea"/>
                <a:cs typeface="+mn-cs"/>
              </a:rPr>
              <a:t>Aula 1: Tipos, variáveis, operações, Scanner e exercícios </a:t>
            </a:r>
            <a:br>
              <a:rPr lang="pt-BR" sz="1600" dirty="0">
                <a:latin typeface="+mn-lt"/>
                <a:ea typeface="+mn-ea"/>
                <a:cs typeface="+mn-cs"/>
              </a:rPr>
            </a:br>
            <a:br>
              <a:rPr lang="pt-BR" sz="1600" dirty="0">
                <a:latin typeface="+mn-lt"/>
                <a:ea typeface="+mn-ea"/>
                <a:cs typeface="+mn-cs"/>
              </a:rPr>
            </a:br>
            <a:r>
              <a:rPr lang="pt-BR" sz="1600" dirty="0">
                <a:latin typeface="+mn-lt"/>
                <a:ea typeface="+mn-ea"/>
                <a:cs typeface="+mn-cs"/>
              </a:rPr>
              <a:t>Aula 2: Condicionais e estruturas de repetição</a:t>
            </a:r>
            <a:br>
              <a:rPr lang="pt-BR" sz="1600" dirty="0">
                <a:latin typeface="+mn-lt"/>
                <a:ea typeface="+mn-ea"/>
                <a:cs typeface="+mn-cs"/>
              </a:rPr>
            </a:br>
            <a:br>
              <a:rPr lang="pt-BR" sz="1600" dirty="0">
                <a:latin typeface="+mn-lt"/>
                <a:ea typeface="+mn-ea"/>
                <a:cs typeface="+mn-cs"/>
              </a:rPr>
            </a:br>
            <a:r>
              <a:rPr lang="pt-BR" sz="1600" dirty="0">
                <a:latin typeface="+mn-lt"/>
                <a:ea typeface="+mn-ea"/>
                <a:cs typeface="+mn-cs"/>
              </a:rPr>
              <a:t>Aula 3: Funções, classes e herança</a:t>
            </a:r>
            <a:br>
              <a:rPr lang="pt-BR" sz="2000" dirty="0"/>
            </a:br>
            <a:endParaRPr lang="pt-BR" sz="2000"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1A2CA62-9445-FB1A-20A3-B096B65164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1257" y="685800"/>
            <a:ext cx="11549743" cy="1447800"/>
          </a:xfrm>
        </p:spPr>
        <p:txBody>
          <a:bodyPr/>
          <a:lstStyle/>
          <a:p>
            <a:r>
              <a:rPr lang="pt-BR" sz="7200" dirty="0"/>
              <a:t>Introdução ao Curso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A27D1DC-59D9-5140-862C-BE3CCA938A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9EE18FEB-58CA-4969-21EC-1E80D42D14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3CE6DAF-806F-404B-BC68-339BFCB57E5C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EE4FB48C-BF6B-3C4B-659D-9A03D9909B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algn="r"/>
            <a:endParaRPr lang="pt-BR" dirty="0"/>
          </a:p>
        </p:txBody>
      </p:sp>
      <p:sp>
        <p:nvSpPr>
          <p:cNvPr id="7" name="Espaço Reservado para Imagem 6">
            <a:extLst>
              <a:ext uri="{FF2B5EF4-FFF2-40B4-BE49-F238E27FC236}">
                <a16:creationId xmlns:a16="http://schemas.microsoft.com/office/drawing/2014/main" id="{32465F50-5DBC-DCBA-07C7-D2D919699C5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E093E5-40E9-30D2-5E7B-F909177BF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chemeClr val="accent2"/>
                </a:solidFill>
                <a:latin typeface="+mn-lt"/>
              </a:rPr>
              <a:t>Variáveis e Tipos Primitivos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DB6A287-0F66-A6BB-B19C-E77E555C5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600" dirty="0"/>
              <a:t>O que é uma variável?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Uma variável é um nome simbólico que referencia um valor armazenado na memória.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Em Java, variáveis locais devem ser inicializadas antes de uso.</a:t>
            </a:r>
          </a:p>
          <a:p>
            <a:endParaRPr lang="pt-BR" sz="1600" dirty="0"/>
          </a:p>
          <a:p>
            <a:endParaRPr lang="pt-BR" sz="1600" dirty="0"/>
          </a:p>
          <a:p>
            <a:r>
              <a:rPr lang="pt-BR" sz="1600" dirty="0"/>
              <a:t>Boas práticas / observações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Convenção: </a:t>
            </a:r>
            <a:r>
              <a:rPr lang="pt-BR" sz="1600" dirty="0" err="1"/>
              <a:t>camelCase</a:t>
            </a:r>
            <a:r>
              <a:rPr lang="pt-BR" sz="1600" dirty="0"/>
              <a:t> para nomes de variáveis (ex.: </a:t>
            </a:r>
            <a:r>
              <a:rPr lang="pt-BR" sz="1600" dirty="0" err="1"/>
              <a:t>nomeCompleto</a:t>
            </a:r>
            <a:r>
              <a:rPr lang="pt-BR" sz="16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Evitar nomes pouco descritivos em código real (idade está ok; i só para contadores).</a:t>
            </a:r>
          </a:p>
          <a:p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4FEB03C-06EF-D1CA-8514-D234B7EAE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FF14C1-B025-5222-0253-948A8FEFB0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3CE6DAF-806F-404B-BC68-339BFCB57E5C}" type="slidenum">
              <a:rPr lang="en-US" noProof="0" smtClean="0"/>
              <a:pPr/>
              <a:t>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323549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4D4CE-92FC-6BA8-FACE-81F0E2503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A69398-4ADC-88F0-4322-F6BA6B0AF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chemeClr val="accent2"/>
                </a:solidFill>
                <a:latin typeface="+mn-lt"/>
              </a:rPr>
              <a:t>Variáveis e Tipos Primitivos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9AAA8F3-B910-7FEB-1EA8-4B33B87E39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600" dirty="0" err="1">
                <a:solidFill>
                  <a:schemeClr val="accent2"/>
                </a:solidFill>
              </a:rPr>
              <a:t>int</a:t>
            </a:r>
            <a:r>
              <a:rPr lang="pt-BR" sz="1600" dirty="0">
                <a:solidFill>
                  <a:schemeClr val="accent2"/>
                </a:solidFill>
              </a:rPr>
              <a:t> </a:t>
            </a:r>
            <a:r>
              <a:rPr lang="pt-BR" sz="1600" dirty="0"/>
              <a:t>— número inteiro </a:t>
            </a:r>
            <a:endParaRPr lang="pt-BR" sz="1600" dirty="0">
              <a:solidFill>
                <a:schemeClr val="accent4"/>
              </a:solidFill>
            </a:endParaRPr>
          </a:p>
          <a:p>
            <a:r>
              <a:rPr lang="pt-BR" sz="1600" dirty="0" err="1">
                <a:solidFill>
                  <a:schemeClr val="accent2"/>
                </a:solidFill>
              </a:rPr>
              <a:t>float</a:t>
            </a:r>
            <a:r>
              <a:rPr lang="pt-BR" sz="1600" dirty="0"/>
              <a:t> — ponto flutuante de precisão simples</a:t>
            </a:r>
            <a:endParaRPr lang="pt-BR" sz="1600" dirty="0">
              <a:solidFill>
                <a:schemeClr val="accent4"/>
              </a:solidFill>
            </a:endParaRPr>
          </a:p>
          <a:p>
            <a:r>
              <a:rPr lang="pt-BR" sz="1600" dirty="0" err="1">
                <a:solidFill>
                  <a:schemeClr val="accent2"/>
                </a:solidFill>
              </a:rPr>
              <a:t>double</a:t>
            </a:r>
            <a:r>
              <a:rPr lang="pt-BR" sz="1600" dirty="0">
                <a:solidFill>
                  <a:schemeClr val="accent4"/>
                </a:solidFill>
              </a:rPr>
              <a:t> </a:t>
            </a:r>
            <a:r>
              <a:rPr lang="pt-BR" sz="1600" dirty="0"/>
              <a:t>—representam números de ponto flutuante de precisão dupla, onde precisam duas vezes a quantidade de memória das variáveis </a:t>
            </a:r>
            <a:r>
              <a:rPr lang="pt-BR" sz="1600" dirty="0" err="1"/>
              <a:t>float</a:t>
            </a:r>
            <a:endParaRPr lang="pt-BR" sz="1600" dirty="0"/>
          </a:p>
          <a:p>
            <a:r>
              <a:rPr lang="pt-BR" sz="1600" dirty="0">
                <a:solidFill>
                  <a:schemeClr val="accent2"/>
                </a:solidFill>
              </a:rPr>
              <a:t>char</a:t>
            </a:r>
            <a:r>
              <a:rPr lang="pt-BR" sz="1600" dirty="0"/>
              <a:t> — caractere único entre aspas simples</a:t>
            </a:r>
          </a:p>
          <a:p>
            <a:r>
              <a:rPr lang="pt-BR" sz="1600" dirty="0" err="1">
                <a:solidFill>
                  <a:schemeClr val="accent2"/>
                </a:solidFill>
              </a:rPr>
              <a:t>String</a:t>
            </a:r>
            <a:r>
              <a:rPr lang="pt-BR" sz="1600" dirty="0">
                <a:solidFill>
                  <a:schemeClr val="accent4"/>
                </a:solidFill>
              </a:rPr>
              <a:t> </a:t>
            </a:r>
            <a:r>
              <a:rPr lang="pt-BR" sz="1600" dirty="0"/>
              <a:t>— sequência de caracteres</a:t>
            </a:r>
          </a:p>
          <a:p>
            <a:r>
              <a:rPr lang="pt-BR" sz="1600" dirty="0" err="1">
                <a:solidFill>
                  <a:schemeClr val="accent2"/>
                </a:solidFill>
              </a:rPr>
              <a:t>boolean</a:t>
            </a:r>
            <a:r>
              <a:rPr lang="pt-BR" sz="1600" dirty="0"/>
              <a:t> — verdadeiro/falso</a:t>
            </a:r>
          </a:p>
          <a:p>
            <a:r>
              <a:rPr lang="pt-BR" sz="1600" dirty="0" err="1">
                <a:solidFill>
                  <a:schemeClr val="accent2"/>
                </a:solidFill>
              </a:rPr>
              <a:t>Arrays</a:t>
            </a:r>
            <a:r>
              <a:rPr lang="pt-BR" sz="1600" dirty="0">
                <a:solidFill>
                  <a:schemeClr val="accent2"/>
                </a:solidFill>
              </a:rPr>
              <a:t> (vetores) </a:t>
            </a:r>
            <a:r>
              <a:rPr lang="pt-BR" sz="1600" dirty="0"/>
              <a:t>— Um </a:t>
            </a:r>
            <a:r>
              <a:rPr lang="pt-BR" sz="1600" dirty="0" err="1"/>
              <a:t>array</a:t>
            </a:r>
            <a:r>
              <a:rPr lang="pt-BR" sz="1600" dirty="0"/>
              <a:t> é uma estrutura que armazena uma sequência de elementos do mesmo tipo em posições indexadas.</a:t>
            </a:r>
          </a:p>
          <a:p>
            <a:r>
              <a:rPr lang="pt-BR" sz="1600" dirty="0"/>
              <a:t>Em Java, </a:t>
            </a:r>
            <a:r>
              <a:rPr lang="pt-BR" sz="1600" dirty="0" err="1"/>
              <a:t>arrays</a:t>
            </a:r>
            <a:r>
              <a:rPr lang="pt-BR" sz="1600" dirty="0"/>
              <a:t> têm tamanho fixo (definido na criação) e índices começam em 0.</a:t>
            </a:r>
          </a:p>
          <a:p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273CCD5-ED80-008B-ED35-9D947EBB20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54119F7-A722-D7D5-56D4-8620D303B1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3CE6DAF-806F-404B-BC68-339BFCB57E5C}" type="slidenum">
              <a:rPr lang="en-US" noProof="0" smtClean="0"/>
              <a:pPr/>
              <a:t>4</a:t>
            </a:fld>
            <a:endParaRPr lang="en-US" noProof="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F6553B0C-8803-5937-5688-40C69F512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" y="4685823"/>
            <a:ext cx="41148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075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C9458-F78E-CE90-A3EF-BE0D6FA07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00B0A0-15C2-CB22-4C15-F369885E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chemeClr val="accent2"/>
                </a:solidFill>
                <a:latin typeface="+mn-lt"/>
              </a:rPr>
              <a:t>Operações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FE39872-6EA7-2557-49E7-7D327856E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600" dirty="0"/>
              <a:t>Operadores básicos: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Aritméticos: +, -, *, /, % (resto)</a:t>
            </a:r>
          </a:p>
          <a:p>
            <a:endParaRPr lang="pt-BR" sz="1600" dirty="0"/>
          </a:p>
          <a:p>
            <a:r>
              <a:rPr lang="pt-BR" sz="1600" dirty="0"/>
              <a:t>Precedência: multiplicação/divisão antes de soma/subtração. Use parênteses para clareza.</a:t>
            </a:r>
          </a:p>
          <a:p>
            <a:r>
              <a:rPr lang="pt-BR" sz="1600" dirty="0"/>
              <a:t>Operador %: útil para verificar par/impar (n % 2 == 0) .</a:t>
            </a:r>
          </a:p>
          <a:p>
            <a:endParaRPr lang="pt-BR" sz="1600" dirty="0"/>
          </a:p>
          <a:p>
            <a:r>
              <a:rPr lang="pt-BR" sz="1600" dirty="0"/>
              <a:t>Concatenação de </a:t>
            </a:r>
            <a:r>
              <a:rPr lang="pt-BR" sz="1600" dirty="0" err="1"/>
              <a:t>strings</a:t>
            </a:r>
            <a:endParaRPr lang="pt-BR" sz="1600" dirty="0"/>
          </a:p>
          <a:p>
            <a:r>
              <a:rPr lang="pt-BR" sz="1600" dirty="0" err="1"/>
              <a:t>String</a:t>
            </a:r>
            <a:r>
              <a:rPr lang="pt-BR" sz="1600" dirty="0"/>
              <a:t> </a:t>
            </a:r>
            <a:r>
              <a:rPr lang="pt-BR" sz="1600" dirty="0" err="1"/>
              <a:t>nomeCompleto</a:t>
            </a:r>
            <a:r>
              <a:rPr lang="pt-BR" sz="1600" dirty="0"/>
              <a:t> = nome1 + nome2;</a:t>
            </a:r>
          </a:p>
          <a:p>
            <a:endParaRPr lang="pt-BR" sz="1600" dirty="0"/>
          </a:p>
          <a:p>
            <a:r>
              <a:rPr lang="pt-BR" sz="1600" dirty="0"/>
              <a:t>Quando concatena </a:t>
            </a:r>
            <a:r>
              <a:rPr lang="pt-BR" sz="1600" dirty="0" err="1"/>
              <a:t>String</a:t>
            </a:r>
            <a:r>
              <a:rPr lang="pt-BR" sz="1600" dirty="0"/>
              <a:t> com número, o número é convertido para </a:t>
            </a:r>
            <a:r>
              <a:rPr lang="pt-BR" sz="1600" dirty="0" err="1"/>
              <a:t>string</a:t>
            </a:r>
            <a:r>
              <a:rPr lang="pt-BR" sz="1600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B093114-F643-6AA9-0350-0FFED9D6CB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906010F1-8C6D-E437-69D7-1D42E5A9F0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3CE6DAF-806F-404B-BC68-339BFCB57E5C}" type="slidenum">
              <a:rPr lang="en-US" noProof="0" smtClean="0"/>
              <a:pPr/>
              <a:t>5</a:t>
            </a:fld>
            <a:endParaRPr lang="en-US" noProof="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99B0146-F7B7-4B62-D31A-DEF41CAE3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700" y="4212771"/>
            <a:ext cx="4314825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201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F92D0-E0BC-1915-C6A8-B1DD5A825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C0C0C4-C7E6-9A25-3EBC-C19A33008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chemeClr val="accent2"/>
                </a:solidFill>
                <a:latin typeface="+mn-lt"/>
              </a:rPr>
              <a:t>Entradas de dados com Scanner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60DA1F-46D7-387E-5BEB-8E9DBB393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Scanner é uma classe da biblioteca padrão do Java usada para ler entrada de texto a partir de diversas fontes (ex.: System.in, arquivos, </a:t>
            </a:r>
            <a:r>
              <a:rPr lang="pt-BR" sz="1600" dirty="0" err="1"/>
              <a:t>InputStream</a:t>
            </a:r>
            <a:r>
              <a:rPr lang="pt-BR" sz="1600" dirty="0"/>
              <a:t>, </a:t>
            </a:r>
            <a:r>
              <a:rPr lang="pt-BR" sz="1600" dirty="0" err="1"/>
              <a:t>Readable</a:t>
            </a:r>
            <a:r>
              <a:rPr lang="pt-BR" sz="16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Introduzida em Java 5, é muito usada para ler dados do console em programas simples e exercícios.</a:t>
            </a:r>
          </a:p>
          <a:p>
            <a:endParaRPr lang="pt-BR" sz="1600" dirty="0"/>
          </a:p>
          <a:p>
            <a:r>
              <a:rPr lang="pt-BR" sz="1600" dirty="0"/>
              <a:t>Principais métodos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 err="1"/>
              <a:t>nextLine</a:t>
            </a:r>
            <a:r>
              <a:rPr lang="pt-BR" sz="1600" dirty="0"/>
              <a:t>(): lê e retorna a linha completa até o fim da linha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 err="1"/>
              <a:t>nextInt</a:t>
            </a:r>
            <a:r>
              <a:rPr lang="pt-BR" sz="1600" dirty="0"/>
              <a:t>(): verifica/converte token para int.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 err="1"/>
              <a:t>nextFloat</a:t>
            </a:r>
            <a:r>
              <a:rPr lang="pt-BR" sz="1600" dirty="0"/>
              <a:t>(): verifica/converte token para </a:t>
            </a:r>
            <a:r>
              <a:rPr lang="pt-BR" sz="1600" dirty="0" err="1"/>
              <a:t>float</a:t>
            </a:r>
            <a:r>
              <a:rPr lang="pt-BR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 err="1"/>
              <a:t>nextDouble</a:t>
            </a:r>
            <a:r>
              <a:rPr lang="pt-BR" sz="1600" dirty="0"/>
              <a:t>(): verifica/converte token para </a:t>
            </a:r>
            <a:r>
              <a:rPr lang="pt-BR" sz="1600" dirty="0" err="1"/>
              <a:t>double</a:t>
            </a:r>
            <a:r>
              <a:rPr lang="pt-BR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close(): fecha o scanner</a:t>
            </a:r>
          </a:p>
          <a:p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DB7689A-22A1-E90E-706C-6BB1AE4173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FFCA818-4E45-1F35-D5ED-1E4ABECB9F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3CE6DAF-806F-404B-BC68-339BFCB57E5C}" type="slidenum">
              <a:rPr lang="en-US" noProof="0" smtClean="0"/>
              <a:pPr/>
              <a:t>6</a:t>
            </a:fld>
            <a:endParaRPr lang="en-US" noProof="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3161361-D41B-B4FE-F90C-60B1FD828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9522" y="3702938"/>
            <a:ext cx="3609975" cy="115252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8C3B253A-CC57-CD60-40FE-9D08978A46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522" y="3429000"/>
            <a:ext cx="3352800" cy="28575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161C626-C623-9939-9B27-C5E98CC1B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9522" y="4855463"/>
            <a:ext cx="3076575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0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6EC21-B49B-6520-DE54-71CF0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2563C7-659C-E413-70C9-CED949396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chemeClr val="accent2"/>
                </a:solidFill>
                <a:latin typeface="+mn-lt"/>
              </a:rPr>
              <a:t>Aula 2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1D59A9-5B51-FD36-0D66-9EB156C913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EC8CF79-A679-B16E-19F6-1EAA22AB79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E1A685A6-0D7C-6393-41FF-BEAF5AA50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3CE6DAF-806F-404B-BC68-339BFCB57E5C}" type="slidenum">
              <a:rPr lang="en-US" noProof="0" smtClean="0"/>
              <a:pPr/>
              <a:t>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25331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F02D0-E521-36FE-0B56-51D55BECF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F934D4-D937-2C1C-092E-C8E25BD4F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chemeClr val="accent2"/>
                </a:solidFill>
                <a:latin typeface="+mn-lt"/>
              </a:rPr>
              <a:t>Estruturas condicionais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0F5000-7FF9-872C-E6BB-962F7D637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600" dirty="0" err="1">
                <a:solidFill>
                  <a:schemeClr val="accent2"/>
                </a:solidFill>
              </a:rPr>
              <a:t>if</a:t>
            </a:r>
            <a:r>
              <a:rPr lang="pt-BR" sz="1600" dirty="0"/>
              <a:t> é uma instrução que executa um bloco de código somente se uma condição booleana for verdadeira.</a:t>
            </a:r>
          </a:p>
          <a:p>
            <a:r>
              <a:rPr lang="pt-BR" sz="1600" dirty="0"/>
              <a:t>Sintaxe: </a:t>
            </a:r>
            <a:r>
              <a:rPr lang="pt-BR" sz="1600" dirty="0" err="1"/>
              <a:t>if</a:t>
            </a:r>
            <a:r>
              <a:rPr lang="pt-BR" sz="1600" dirty="0"/>
              <a:t> (condição) { // bloco executado se condição for </a:t>
            </a:r>
            <a:r>
              <a:rPr lang="pt-BR" sz="1600" dirty="0" err="1"/>
              <a:t>true</a:t>
            </a:r>
            <a:r>
              <a:rPr lang="pt-BR" sz="1600" dirty="0"/>
              <a:t> }</a:t>
            </a:r>
          </a:p>
          <a:p>
            <a:endParaRPr lang="pt-BR" sz="1600" dirty="0"/>
          </a:p>
          <a:p>
            <a:r>
              <a:rPr lang="pt-BR" sz="1600" dirty="0" err="1">
                <a:solidFill>
                  <a:schemeClr val="accent2"/>
                </a:solidFill>
              </a:rPr>
              <a:t>else</a:t>
            </a:r>
            <a:r>
              <a:rPr lang="pt-BR" sz="1600" dirty="0">
                <a:solidFill>
                  <a:schemeClr val="accent2"/>
                </a:solidFill>
              </a:rPr>
              <a:t> </a:t>
            </a:r>
            <a:r>
              <a:rPr lang="pt-BR" sz="1600" dirty="0" err="1">
                <a:solidFill>
                  <a:schemeClr val="accent2"/>
                </a:solidFill>
              </a:rPr>
              <a:t>if</a:t>
            </a:r>
            <a:r>
              <a:rPr lang="pt-BR" sz="1600" dirty="0">
                <a:solidFill>
                  <a:schemeClr val="accent2"/>
                </a:solidFill>
              </a:rPr>
              <a:t> </a:t>
            </a:r>
            <a:r>
              <a:rPr lang="pt-BR" sz="1600" dirty="0"/>
              <a:t>permite testar uma nova condição se a condição anterior (</a:t>
            </a:r>
            <a:r>
              <a:rPr lang="pt-BR" sz="1600" dirty="0" err="1"/>
              <a:t>if</a:t>
            </a:r>
            <a:r>
              <a:rPr lang="pt-BR" sz="1600" dirty="0"/>
              <a:t> ou outro </a:t>
            </a:r>
            <a:r>
              <a:rPr lang="pt-BR" sz="1600" dirty="0" err="1"/>
              <a:t>else</a:t>
            </a:r>
            <a:r>
              <a:rPr lang="pt-BR" sz="1600" dirty="0"/>
              <a:t> </a:t>
            </a:r>
            <a:r>
              <a:rPr lang="pt-BR" sz="1600" dirty="0" err="1"/>
              <a:t>if</a:t>
            </a:r>
            <a:r>
              <a:rPr lang="pt-BR" sz="1600" dirty="0"/>
              <a:t>) for falsa.</a:t>
            </a:r>
          </a:p>
          <a:p>
            <a:r>
              <a:rPr lang="pt-BR" sz="1600" dirty="0"/>
              <a:t>Você pode ter vários </a:t>
            </a:r>
            <a:r>
              <a:rPr lang="pt-BR" sz="1600" dirty="0" err="1"/>
              <a:t>else</a:t>
            </a:r>
            <a:r>
              <a:rPr lang="pt-BR" sz="1600" dirty="0"/>
              <a:t> </a:t>
            </a:r>
            <a:r>
              <a:rPr lang="pt-BR" sz="1600" dirty="0" err="1"/>
              <a:t>if</a:t>
            </a:r>
            <a:r>
              <a:rPr lang="pt-BR" sz="1600" dirty="0"/>
              <a:t> encadeados para verificar múltiplas condições em ordem.</a:t>
            </a:r>
          </a:p>
          <a:p>
            <a:endParaRPr lang="pt-BR" sz="1600" dirty="0"/>
          </a:p>
          <a:p>
            <a:r>
              <a:rPr lang="pt-BR" sz="1600" dirty="0" err="1">
                <a:solidFill>
                  <a:schemeClr val="accent2"/>
                </a:solidFill>
              </a:rPr>
              <a:t>else</a:t>
            </a:r>
            <a:r>
              <a:rPr lang="pt-BR" sz="1600" dirty="0"/>
              <a:t> captura o caso final quando nenhuma das condições anteriores foi verdadeira. Não aceita condição.</a:t>
            </a:r>
          </a:p>
          <a:p>
            <a:r>
              <a:rPr lang="pt-BR" sz="1600" dirty="0"/>
              <a:t>É opcional; serve como “coringa” para tratar o caso padrão.</a:t>
            </a:r>
          </a:p>
          <a:p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4A33FC82-E17D-A88E-91AC-6E4D22DC8B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345C27D-F716-19D8-68AF-FC9EBD08D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3CE6DAF-806F-404B-BC68-339BFCB57E5C}" type="slidenum">
              <a:rPr lang="en-US" noProof="0" smtClean="0"/>
              <a:pPr/>
              <a:t>8</a:t>
            </a:fld>
            <a:endParaRPr lang="en-US" noProof="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0F8F0CFE-A218-4B5D-FA40-70904A7E00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5725" y="4254080"/>
            <a:ext cx="4400550" cy="165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826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E8FFB-968A-AC41-778C-417565AA8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39021F-40B2-67F7-729A-A678C4F44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chemeClr val="accent2"/>
                </a:solidFill>
                <a:latin typeface="+mn-lt"/>
              </a:rPr>
              <a:t>Estruturas condicionais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B27222-0834-69A7-0626-7F25F7CFB8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600" dirty="0">
                <a:solidFill>
                  <a:schemeClr val="accent2"/>
                </a:solidFill>
              </a:rPr>
              <a:t>switch </a:t>
            </a:r>
            <a:r>
              <a:rPr lang="pt-BR" sz="1600" dirty="0"/>
              <a:t>é uma estrutura de seleção múltipla que escolhe qual bloco executar com base no valor de uma expressão.</a:t>
            </a:r>
          </a:p>
          <a:p>
            <a:r>
              <a:rPr lang="pt-BR" sz="1600" dirty="0"/>
              <a:t>É útil quando você precisa comparar uma mesma expressão contra vários valores constantes.</a:t>
            </a:r>
          </a:p>
          <a:p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EC307D5-20A4-C8F6-657A-0413234A4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D0075C9-A353-5A28-D80B-AA0D468D86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3CE6DAF-806F-404B-BC68-339BFCB57E5C}" type="slidenum">
              <a:rPr lang="en-US" noProof="0" smtClean="0"/>
              <a:pPr/>
              <a:t>9</a:t>
            </a:fld>
            <a:endParaRPr lang="en-US" noProof="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38AD2C3-3EC7-7F91-7B74-BD34D6B8B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537" y="2567279"/>
            <a:ext cx="5114925" cy="321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66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4478D-865F-137A-3074-B67D4AB96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EFA9C1-FEFC-625A-B022-1358F739B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chemeClr val="accent2"/>
                </a:solidFill>
                <a:latin typeface="+mn-lt"/>
              </a:rPr>
              <a:t>Estrutura de repetição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7F4CE8-D99E-EEB9-2A88-C066C1A5F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207602"/>
            <a:ext cx="11449050" cy="4824413"/>
          </a:xfrm>
        </p:spPr>
        <p:txBody>
          <a:bodyPr/>
          <a:lstStyle/>
          <a:p>
            <a:r>
              <a:rPr lang="pt-BR" sz="1600" dirty="0">
                <a:solidFill>
                  <a:schemeClr val="accent2"/>
                </a:solidFill>
              </a:rPr>
              <a:t>for </a:t>
            </a:r>
          </a:p>
          <a:p>
            <a:r>
              <a:rPr lang="pt-BR" sz="1600" dirty="0"/>
              <a:t>laço controlado por um contador; ideal quando você sabe ou espera o número de iterações.</a:t>
            </a:r>
          </a:p>
          <a:p>
            <a:r>
              <a:rPr lang="pt-BR" sz="1600" dirty="0"/>
              <a:t>Sintaxe: for (inicialização; condição; incremento) { // corpo }</a:t>
            </a:r>
          </a:p>
          <a:p>
            <a:endParaRPr lang="pt-BR" sz="1600" dirty="0">
              <a:solidFill>
                <a:schemeClr val="accent2"/>
              </a:solidFill>
            </a:endParaRPr>
          </a:p>
          <a:p>
            <a:r>
              <a:rPr lang="pt-BR" sz="1600" dirty="0" err="1">
                <a:solidFill>
                  <a:schemeClr val="accent2"/>
                </a:solidFill>
              </a:rPr>
              <a:t>while</a:t>
            </a:r>
            <a:endParaRPr lang="pt-BR" sz="1600" dirty="0">
              <a:solidFill>
                <a:schemeClr val="accent2"/>
              </a:solidFill>
            </a:endParaRPr>
          </a:p>
          <a:p>
            <a:r>
              <a:rPr lang="pt-BR" sz="1600" dirty="0"/>
              <a:t>laço que repete enquanto uma condição for verdadeira; testa a condição antes de executar o corpo.</a:t>
            </a:r>
          </a:p>
          <a:p>
            <a:r>
              <a:rPr lang="pt-BR" sz="1600" dirty="0"/>
              <a:t>Sintaxe: </a:t>
            </a:r>
            <a:r>
              <a:rPr lang="pt-BR" sz="1600" dirty="0" err="1"/>
              <a:t>while</a:t>
            </a:r>
            <a:r>
              <a:rPr lang="pt-BR" sz="1600" dirty="0"/>
              <a:t> (</a:t>
            </a:r>
            <a:r>
              <a:rPr lang="pt-BR" sz="1600" dirty="0" err="1"/>
              <a:t>condicao</a:t>
            </a:r>
            <a:r>
              <a:rPr lang="pt-BR" sz="1600" dirty="0"/>
              <a:t>) { // corpo }</a:t>
            </a:r>
          </a:p>
          <a:p>
            <a:endParaRPr lang="pt-BR" sz="1600" dirty="0"/>
          </a:p>
          <a:p>
            <a:r>
              <a:rPr lang="pt-BR" sz="1600" dirty="0">
                <a:solidFill>
                  <a:schemeClr val="accent2"/>
                </a:solidFill>
              </a:rPr>
              <a:t>do-</a:t>
            </a:r>
            <a:r>
              <a:rPr lang="pt-BR" sz="1600" dirty="0" err="1">
                <a:solidFill>
                  <a:schemeClr val="accent2"/>
                </a:solidFill>
              </a:rPr>
              <a:t>while</a:t>
            </a:r>
            <a:endParaRPr lang="pt-BR" sz="1600" dirty="0">
              <a:solidFill>
                <a:schemeClr val="accent2"/>
              </a:solidFill>
            </a:endParaRPr>
          </a:p>
          <a:p>
            <a:r>
              <a:rPr lang="pt-BR" sz="1600" dirty="0"/>
              <a:t>similar ao </a:t>
            </a:r>
            <a:r>
              <a:rPr lang="pt-BR" sz="1600" dirty="0" err="1"/>
              <a:t>while</a:t>
            </a:r>
            <a:r>
              <a:rPr lang="pt-BR" sz="1600" dirty="0"/>
              <a:t>, mas garante que o corpo seja executado pelo menos uma vez; testa a condição após o corpo.</a:t>
            </a:r>
          </a:p>
          <a:p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D26DA53-B190-E0C6-BF2E-928BF43AED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3BF61933-DD0D-6AF4-6EF6-96BCA07D15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3CE6DAF-806F-404B-BC68-339BFCB57E5C}" type="slidenum">
              <a:rPr lang="en-US" noProof="0" smtClean="0"/>
              <a:pPr/>
              <a:t>10</a:t>
            </a:fld>
            <a:endParaRPr lang="en-US" noProof="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B00F820-123F-2802-D9A0-464FCB607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29" y="5115897"/>
            <a:ext cx="3371850" cy="8382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35DDB421-338C-90E7-23F8-6A463FB86E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2078" y="4925397"/>
            <a:ext cx="3343275" cy="102870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0F66717-639E-1C39-3C1B-41DE933092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3952" y="4801572"/>
            <a:ext cx="3705225" cy="115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767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A7D9D-A0D8-0E45-B485-123BE8F55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03A18A-7195-9FFE-0996-D510730B9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chemeClr val="accent2"/>
                </a:solidFill>
                <a:latin typeface="+mn-lt"/>
              </a:rPr>
              <a:t>Aula 3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956363-FAAC-A58A-B9E0-E0706454A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23002A5-D7C6-54DD-9589-DC0D2C35A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930EA75B-708E-497E-26B5-361C46567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3CE6DAF-806F-404B-BC68-339BFCB57E5C}" type="slidenum">
              <a:rPr lang="en-US" noProof="0" smtClean="0"/>
              <a:pPr/>
              <a:t>11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21163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BD2DB-CFC6-49A9-6477-86A1E68E0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429692-4D73-D4AE-0813-B469AAB9C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chemeClr val="accent2"/>
                </a:solidFill>
                <a:latin typeface="+mn-lt"/>
              </a:rPr>
              <a:t>Funções e métodos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98DCF6E-8258-50F3-9439-1D2285812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600" dirty="0"/>
              <a:t>Um método é um bloco de código nomeado que realiza uma tarefa específica</a:t>
            </a:r>
          </a:p>
          <a:p>
            <a:r>
              <a:rPr lang="pt-BR" sz="1600" dirty="0"/>
              <a:t>Métodos recebem argumentos (opcionais), podem retornar um valor (ou </a:t>
            </a:r>
            <a:r>
              <a:rPr lang="pt-BR" sz="1600" dirty="0" err="1"/>
              <a:t>void</a:t>
            </a:r>
            <a:r>
              <a:rPr lang="pt-BR" sz="1600" dirty="0"/>
              <a:t>) e encapsulam comportamento reutilizável</a:t>
            </a:r>
          </a:p>
          <a:p>
            <a:endParaRPr lang="pt-B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Tipos de métodos e modificadores</a:t>
            </a:r>
          </a:p>
          <a:p>
            <a:r>
              <a:rPr lang="pt-BR" sz="1600" dirty="0"/>
              <a:t>Visibilidade: </a:t>
            </a:r>
            <a:r>
              <a:rPr lang="pt-BR" sz="1600" dirty="0" err="1"/>
              <a:t>public</a:t>
            </a:r>
            <a:r>
              <a:rPr lang="pt-BR" sz="1600" dirty="0"/>
              <a:t>, </a:t>
            </a:r>
            <a:r>
              <a:rPr lang="pt-BR" sz="1600" dirty="0" err="1"/>
              <a:t>protected</a:t>
            </a:r>
            <a:r>
              <a:rPr lang="pt-BR" sz="1600" dirty="0"/>
              <a:t>, </a:t>
            </a:r>
            <a:r>
              <a:rPr lang="pt-BR" sz="1600" dirty="0" err="1"/>
              <a:t>private</a:t>
            </a:r>
            <a:r>
              <a:rPr lang="pt-BR" sz="1600" dirty="0"/>
              <a:t>.</a:t>
            </a:r>
          </a:p>
          <a:p>
            <a:r>
              <a:rPr lang="pt-BR" sz="1600" dirty="0" err="1"/>
              <a:t>public</a:t>
            </a:r>
            <a:r>
              <a:rPr lang="pt-BR" sz="1600" dirty="0"/>
              <a:t>: acessível de qualquer lugar.</a:t>
            </a:r>
          </a:p>
          <a:p>
            <a:r>
              <a:rPr lang="pt-BR" sz="1600" dirty="0" err="1"/>
              <a:t>protected</a:t>
            </a:r>
            <a:r>
              <a:rPr lang="pt-BR" sz="1600" dirty="0"/>
              <a:t>: acessível dentro do mesmo pacote e por subclasses </a:t>
            </a:r>
          </a:p>
          <a:p>
            <a:r>
              <a:rPr lang="pt-BR" sz="1600" dirty="0" err="1"/>
              <a:t>private</a:t>
            </a:r>
            <a:r>
              <a:rPr lang="pt-BR" sz="1600" dirty="0"/>
              <a:t>: acessível apenas dentro da mesma classe.</a:t>
            </a:r>
          </a:p>
          <a:p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7217DCF-911B-DBDC-7189-862916D51A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DA164AD-A01F-4AE4-678C-488026725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3CE6DAF-806F-404B-BC68-339BFCB57E5C}" type="slidenum">
              <a:rPr lang="en-US" noProof="0" smtClean="0"/>
              <a:pPr/>
              <a:t>12</a:t>
            </a:fld>
            <a:endParaRPr lang="en-US" noProof="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A850674-1F48-B87C-0F76-3CAD4D5CA2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775" y="4646580"/>
            <a:ext cx="3600450" cy="67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507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69747-F6AE-070F-B0BE-403978E83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91E845-EFC9-BD89-BD6F-1328EEF4B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chemeClr val="accent2"/>
                </a:solidFill>
                <a:latin typeface="+mn-lt"/>
              </a:rPr>
              <a:t>Classes e Objetos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25625C9-D924-70B7-7D65-5C78DB4CA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600" dirty="0">
                <a:solidFill>
                  <a:schemeClr val="accent2"/>
                </a:solidFill>
              </a:rPr>
              <a:t>Classe</a:t>
            </a:r>
            <a:r>
              <a:rPr lang="pt-BR" sz="1600" dirty="0"/>
              <a:t> é o molde que descreve um tipo: seus atributos e métodos (comportamento).</a:t>
            </a:r>
          </a:p>
          <a:p>
            <a:r>
              <a:rPr lang="pt-BR" sz="1600" dirty="0"/>
              <a:t>Um objeto (instância) é criado a partir desse molde e possui seus próprios valores de atributos.</a:t>
            </a:r>
          </a:p>
          <a:p>
            <a:r>
              <a:rPr lang="pt-BR" sz="1600" dirty="0"/>
              <a:t>Em Java tudo (exceto tipos primitivos) é organizado em classes e pacotes</a:t>
            </a:r>
          </a:p>
          <a:p>
            <a:endParaRPr lang="pt-BR" sz="1600" dirty="0"/>
          </a:p>
          <a:p>
            <a:r>
              <a:rPr lang="pt-BR" sz="1600" dirty="0"/>
              <a:t>Sintaxe básica — componentes essenciais:</a:t>
            </a:r>
          </a:p>
          <a:p>
            <a:r>
              <a:rPr lang="pt-BR" sz="1600" dirty="0"/>
              <a:t>Atributos: variáveis declaradas dentro da classe, fora de métodos.</a:t>
            </a:r>
          </a:p>
          <a:p>
            <a:r>
              <a:rPr lang="pt-BR" sz="1600" dirty="0"/>
              <a:t>Métodos: funções que manipulam o estado ou realizam ações.</a:t>
            </a:r>
          </a:p>
          <a:p>
            <a:r>
              <a:rPr lang="pt-BR" sz="1600" dirty="0"/>
              <a:t>Construtores: blocos especiais para inicializar novos objetos.</a:t>
            </a:r>
          </a:p>
          <a:p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2F27153-7ADE-9507-01D5-B3A6F288F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944B5095-CE0E-95A6-7495-EBFE21204D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3CE6DAF-806F-404B-BC68-339BFCB57E5C}" type="slidenum">
              <a:rPr lang="en-US" noProof="0" smtClean="0"/>
              <a:pPr/>
              <a:t>13</a:t>
            </a:fld>
            <a:endParaRPr lang="en-US" noProof="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B30B678-65BE-A669-F4BA-AC133E5FA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318" y="2871216"/>
            <a:ext cx="4724400" cy="31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7745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68A75-98F5-D4B7-EBCB-0D944FABA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23D2D8-64F8-5429-8522-AC0D5E8E7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200" b="1" dirty="0">
                <a:solidFill>
                  <a:schemeClr val="accent2"/>
                </a:solidFill>
                <a:latin typeface="+mn-lt"/>
              </a:rPr>
              <a:t>Herança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213BCF-1408-0CAF-0932-FA81D6DA6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600" dirty="0"/>
              <a:t>Herança é um mecanismo que permite a uma classe (subclasse) reutilizar atributos e comportamentos de outra classe (superclasse).</a:t>
            </a:r>
          </a:p>
          <a:p>
            <a:r>
              <a:rPr lang="pt-BR" sz="1600" dirty="0"/>
              <a:t>Exemplo: Pessoa é a superclasse com dados comuns (nome, idade, altura). Aluno e Professor são subclasses que "herdam" esses atributos e métodos</a:t>
            </a:r>
          </a:p>
          <a:p>
            <a:endParaRPr lang="pt-BR" sz="1600" dirty="0"/>
          </a:p>
          <a:p>
            <a:r>
              <a:rPr lang="pt-BR" sz="1600" dirty="0"/>
              <a:t>Porque usar herança?</a:t>
            </a:r>
          </a:p>
          <a:p>
            <a:r>
              <a:rPr lang="pt-BR" sz="1600" dirty="0"/>
              <a:t>Evita repetição: não precisa declarar nome, idade, altura em Aluno e Professor novamente.</a:t>
            </a:r>
          </a:p>
          <a:p>
            <a:r>
              <a:rPr lang="pt-BR" sz="1600" dirty="0"/>
              <a:t>Centraliza o comportamento comum (ex.: </a:t>
            </a:r>
            <a:r>
              <a:rPr lang="pt-BR" sz="1600" dirty="0" err="1"/>
              <a:t>getters</a:t>
            </a:r>
            <a:r>
              <a:rPr lang="pt-BR" sz="1600" dirty="0"/>
              <a:t>/</a:t>
            </a:r>
            <a:r>
              <a:rPr lang="pt-BR" sz="1600" dirty="0" err="1"/>
              <a:t>setters</a:t>
            </a:r>
            <a:r>
              <a:rPr lang="pt-BR" sz="1600" dirty="0"/>
              <a:t> em Pessoa).</a:t>
            </a:r>
          </a:p>
          <a:p>
            <a:r>
              <a:rPr lang="pt-BR" sz="1600" dirty="0"/>
              <a:t>Permite que cada subclasse adicione só o que é específico (ex.: matricula para Aluno, salario e disciplina para Professor)</a:t>
            </a:r>
          </a:p>
          <a:p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DAA863-CAD0-81DF-2BB1-032C09DE92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noProof="0"/>
              <a:t>© 2023 NTT DATA, Inc. (Insert appropriate disclaimer if required)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7E132C9-C990-E8DC-21C7-468E5E7C41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3CE6DAF-806F-404B-BC68-339BFCB57E5C}" type="slidenum">
              <a:rPr lang="en-US" noProof="0" smtClean="0"/>
              <a:pPr/>
              <a:t>14</a:t>
            </a:fld>
            <a:endParaRPr lang="en-US" noProof="0" dirty="0"/>
          </a:p>
        </p:txBody>
      </p:sp>
      <p:pic>
        <p:nvPicPr>
          <p:cNvPr id="7" name="Picture 2" descr="Herança (extends) • Universidade Java">
            <a:extLst>
              <a:ext uri="{FF2B5EF4-FFF2-40B4-BE49-F238E27FC236}">
                <a16:creationId xmlns:a16="http://schemas.microsoft.com/office/drawing/2014/main" id="{E2DE3043-08DB-E8E4-F196-643A120F79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2437" y="4578350"/>
            <a:ext cx="3667125" cy="1733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5779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810E5FFB-01AD-41E8-12E4-68596453368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46FE700-F421-2803-21D4-6C146B34E6F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9BC297A-FB74-6EDA-A883-0BDEEBADED8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7605466"/>
      </p:ext>
    </p:extLst>
  </p:cSld>
  <p:clrMapOvr>
    <a:masterClrMapping/>
  </p:clrMapOvr>
</p:sld>
</file>

<file path=ppt/theme/theme1.xml><?xml version="1.0" encoding="utf-8"?>
<a:theme xmlns:a="http://schemas.openxmlformats.org/drawingml/2006/main" name="NTT DATA DARK ">
  <a:themeElements>
    <a:clrScheme name="NTT DATA 23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7F7F7F"/>
      </a:accent6>
      <a:hlink>
        <a:srgbClr val="19A3FC"/>
      </a:hlink>
      <a:folHlink>
        <a:srgbClr val="0072BC"/>
      </a:folHlink>
    </a:clrScheme>
    <a:fontScheme name="NTT_Arial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 w="9525">
          <a:solidFill>
            <a:schemeClr val="accent2"/>
          </a:solidFill>
        </a:ln>
      </a:spPr>
      <a:bodyPr lIns="108000" tIns="72000" rIns="108000" bIns="72000" rtlCol="0" anchor="ctr"/>
      <a:lstStyle>
        <a:defPPr algn="ctr">
          <a:lnSpc>
            <a:spcPct val="110000"/>
          </a:lnSpc>
          <a:spcBef>
            <a:spcPts val="600"/>
          </a:spcBef>
          <a:defRPr sz="20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 algn="l">
          <a:defRPr dirty="0"/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Global_Template" id="{6236245E-946F-4E24-B7D0-199362C5FA15}" vid="{E54CAAD5-1FA4-4B04-90D3-F0736A137065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0FB9B8F91C0234294F5514D67C2B6C2" ma:contentTypeVersion="18" ma:contentTypeDescription="Crear nuevo documento." ma:contentTypeScope="" ma:versionID="4fa456b0aa022484d66325f480042e8d">
  <xsd:schema xmlns:xsd="http://www.w3.org/2001/XMLSchema" xmlns:xs="http://www.w3.org/2001/XMLSchema" xmlns:p="http://schemas.microsoft.com/office/2006/metadata/properties" xmlns:ns3="fcfb303e-fe19-4aa2-a59a-4027135578fc" xmlns:ns4="62d238fc-7621-40af-b280-4f368df641db" targetNamespace="http://schemas.microsoft.com/office/2006/metadata/properties" ma:root="true" ma:fieldsID="563fe4b2603e5b4cece8514f3b757866" ns3:_="" ns4:_="">
    <xsd:import namespace="fcfb303e-fe19-4aa2-a59a-4027135578fc"/>
    <xsd:import namespace="62d238fc-7621-40af-b280-4f368df641d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_activity" minOccurs="0"/>
                <xsd:element ref="ns3:MediaServiceObjectDetectorVersions" minOccurs="0"/>
                <xsd:element ref="ns3:MediaServiceSearchProperties" minOccurs="0"/>
                <xsd:element ref="ns3:MediaServiceSystemTag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cfb303e-fe19-4aa2-a59a-4027135578f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d238fc-7621-40af-b280-4f368df641db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cfb303e-fe19-4aa2-a59a-4027135578fc" xsi:nil="true"/>
  </documentManagement>
</p:properties>
</file>

<file path=customXml/itemProps1.xml><?xml version="1.0" encoding="utf-8"?>
<ds:datastoreItem xmlns:ds="http://schemas.openxmlformats.org/officeDocument/2006/customXml" ds:itemID="{22516C70-0223-402C-AB9A-006FE9D369D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08B5CC4-B865-48FF-B51D-A6CB94C997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cfb303e-fe19-4aa2-a59a-4027135578fc"/>
    <ds:schemaRef ds:uri="62d238fc-7621-40af-b280-4f368df641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34170B0-1401-4359-848F-0C6367F29432}">
  <ds:schemaRefs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purl.org/dc/terms/"/>
    <ds:schemaRef ds:uri="62d238fc-7621-40af-b280-4f368df641db"/>
    <ds:schemaRef ds:uri="http://www.w3.org/XML/1998/namespace"/>
    <ds:schemaRef ds:uri="fcfb303e-fe19-4aa2-a59a-4027135578fc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3048dc87-43f0-4100-9acb-ae1971c79395}" enabled="0" method="" siteId="{3048dc87-43f0-4100-9acb-ae1971c7939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1137</Words>
  <Application>Microsoft Office PowerPoint</Application>
  <PresentationFormat>Widescreen</PresentationFormat>
  <Paragraphs>121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0" baseType="lpstr">
      <vt:lpstr>Aptos</vt:lpstr>
      <vt:lpstr>Arial</vt:lpstr>
      <vt:lpstr>Georgia</vt:lpstr>
      <vt:lpstr>Roboto</vt:lpstr>
      <vt:lpstr>NTT DATA DARK </vt:lpstr>
      <vt:lpstr>Treinamento de Java Básico</vt:lpstr>
      <vt:lpstr>Apresentar os fundamentos de Java: tipos de dados, operações, entrada de dados, estruturas de controle (condicionais e repetição), funções e conceitos básicos de programação orientada a objetos (classes e herança).  Estrutura do treinamento  Aula 1: Tipos, variáveis, operações, Scanner e exercícios   Aula 2: Condicionais e estruturas de repetição  Aula 3: Funções, classes e herança </vt:lpstr>
      <vt:lpstr>Variáveis e Tipos Primitivos</vt:lpstr>
      <vt:lpstr>Variáveis e Tipos Primitivos</vt:lpstr>
      <vt:lpstr>Operações</vt:lpstr>
      <vt:lpstr>Entradas de dados com Scanner</vt:lpstr>
      <vt:lpstr>Aula 2</vt:lpstr>
      <vt:lpstr>Estruturas condicionais</vt:lpstr>
      <vt:lpstr>Estruturas condicionais</vt:lpstr>
      <vt:lpstr>Estrutura de repetição</vt:lpstr>
      <vt:lpstr>Aula 3</vt:lpstr>
      <vt:lpstr>Funções e métodos</vt:lpstr>
      <vt:lpstr>Classes e Objetos</vt:lpstr>
      <vt:lpstr>Herança</vt:lpstr>
      <vt:lpstr>Apresentação do PowerPoint</vt:lpstr>
    </vt:vector>
  </TitlesOfParts>
  <Company>NTT Data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Akinely Fabiana Reis</dc:creator>
  <cp:lastModifiedBy>Olesio Gardenghi Neto</cp:lastModifiedBy>
  <cp:revision>23</cp:revision>
  <dcterms:created xsi:type="dcterms:W3CDTF">2025-09-18T18:49:04Z</dcterms:created>
  <dcterms:modified xsi:type="dcterms:W3CDTF">2026-04-02T21:25:30Z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0x010100C0FB9B8F91C0234294F5514D67C2B6C2</vt:lpwstr>
  </property>
</Properties>
</file>